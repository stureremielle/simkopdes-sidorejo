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8" r:id="rId8"/>
    <p:sldId id="273" r:id="rId9"/>
    <p:sldId id="260" r:id="rId10"/>
    <p:sldId id="270" r:id="rId11"/>
    <p:sldId id="262" r:id="rId12"/>
    <p:sldId id="271" r:id="rId13"/>
    <p:sldId id="272" r:id="rId14"/>
    <p:sldId id="274" r:id="rId15"/>
  </p:sldIdLst>
  <p:sldSz cx="9144000" cy="6858000" type="screen4x3"/>
  <p:notesSz cx="6881813" cy="97107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xtfp0mVYd0Nxx8zSs9ytCXtit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3A39D-0281-45F2-9990-6F45991D92D8}" v="119" dt="2026-08-01T05:01:34.9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a firtiany" userId="82f77ceb5c46b235" providerId="LiveId" clId="{8D4CAF09-BB75-44B5-8DA8-4D0831921E97}"/>
    <pc:docChg chg="undo redo custSel addSld delSld modSld sldOrd">
      <pc:chgData name="maulina firtiany" userId="82f77ceb5c46b235" providerId="LiveId" clId="{8D4CAF09-BB75-44B5-8DA8-4D0831921E97}" dt="2026-08-01T05:12:17.356" v="1582" actId="20577"/>
      <pc:docMkLst>
        <pc:docMk/>
      </pc:docMkLst>
      <pc:sldChg chg="modSp mod">
        <pc:chgData name="maulina firtiany" userId="82f77ceb5c46b235" providerId="LiveId" clId="{8D4CAF09-BB75-44B5-8DA8-4D0831921E97}" dt="2026-08-01T05:12:17.356" v="1582" actId="20577"/>
        <pc:sldMkLst>
          <pc:docMk/>
          <pc:sldMk cId="0" sldId="257"/>
        </pc:sldMkLst>
        <pc:spChg chg="mod">
          <ac:chgData name="maulina firtiany" userId="82f77ceb5c46b235" providerId="LiveId" clId="{8D4CAF09-BB75-44B5-8DA8-4D0831921E97}" dt="2026-08-01T05:12:17.356" v="1582" actId="20577"/>
          <ac:spMkLst>
            <pc:docMk/>
            <pc:sldMk cId="0" sldId="257"/>
            <ac:spMk id="44" creationId="{00000000-0000-0000-0000-000000000000}"/>
          </ac:spMkLst>
        </pc:spChg>
      </pc:sldChg>
      <pc:sldChg chg="addSp modSp mod modAnim">
        <pc:chgData name="maulina firtiany" userId="82f77ceb5c46b235" providerId="LiveId" clId="{8D4CAF09-BB75-44B5-8DA8-4D0831921E97}" dt="2026-07-31T00:03:11.044" v="36" actId="1076"/>
        <pc:sldMkLst>
          <pc:docMk/>
          <pc:sldMk cId="0" sldId="258"/>
        </pc:sldMkLst>
        <pc:spChg chg="add mod">
          <ac:chgData name="maulina firtiany" userId="82f77ceb5c46b235" providerId="LiveId" clId="{8D4CAF09-BB75-44B5-8DA8-4D0831921E97}" dt="2026-07-31T00:03:06.714" v="35" actId="1076"/>
          <ac:spMkLst>
            <pc:docMk/>
            <pc:sldMk cId="0" sldId="258"/>
            <ac:spMk id="2" creationId="{E14D3B23-8163-C3D4-F621-15D633FE9876}"/>
          </ac:spMkLst>
        </pc:spChg>
        <pc:spChg chg="add mod">
          <ac:chgData name="maulina firtiany" userId="82f77ceb5c46b235" providerId="LiveId" clId="{8D4CAF09-BB75-44B5-8DA8-4D0831921E97}" dt="2026-07-31T00:03:11.044" v="36" actId="1076"/>
          <ac:spMkLst>
            <pc:docMk/>
            <pc:sldMk cId="0" sldId="258"/>
            <ac:spMk id="3" creationId="{63A058F4-8D62-E775-8A5C-E7F7FB996F1B}"/>
          </ac:spMkLst>
        </pc:spChg>
        <pc:spChg chg="mod">
          <ac:chgData name="maulina firtiany" userId="82f77ceb5c46b235" providerId="LiveId" clId="{8D4CAF09-BB75-44B5-8DA8-4D0831921E97}" dt="2026-07-31T00:03:01.609" v="34" actId="1076"/>
          <ac:spMkLst>
            <pc:docMk/>
            <pc:sldMk cId="0" sldId="258"/>
            <ac:spMk id="50" creationId="{00000000-0000-0000-0000-000000000000}"/>
          </ac:spMkLst>
        </pc:spChg>
        <pc:spChg chg="mod">
          <ac:chgData name="maulina firtiany" userId="82f77ceb5c46b235" providerId="LiveId" clId="{8D4CAF09-BB75-44B5-8DA8-4D0831921E97}" dt="2026-07-31T00:02:53.341" v="33" actId="1076"/>
          <ac:spMkLst>
            <pc:docMk/>
            <pc:sldMk cId="0" sldId="258"/>
            <ac:spMk id="53" creationId="{00000000-0000-0000-0000-000000000000}"/>
          </ac:spMkLst>
        </pc:spChg>
      </pc:sldChg>
      <pc:sldChg chg="addSp delSp modSp mod setBg modAnim">
        <pc:chgData name="maulina firtiany" userId="82f77ceb5c46b235" providerId="LiveId" clId="{8D4CAF09-BB75-44B5-8DA8-4D0831921E97}" dt="2026-07-31T05:35:45.065" v="1352" actId="1076"/>
        <pc:sldMkLst>
          <pc:docMk/>
          <pc:sldMk cId="0" sldId="259"/>
        </pc:sldMkLst>
        <pc:spChg chg="mod">
          <ac:chgData name="maulina firtiany" userId="82f77ceb5c46b235" providerId="LiveId" clId="{8D4CAF09-BB75-44B5-8DA8-4D0831921E97}" dt="2026-07-31T05:35:30.536" v="1348" actId="2085"/>
          <ac:spMkLst>
            <pc:docMk/>
            <pc:sldMk cId="0" sldId="259"/>
            <ac:spMk id="4" creationId="{0D203527-658B-7DA5-9A1B-8ABA74B9012F}"/>
          </ac:spMkLst>
        </pc:spChg>
        <pc:spChg chg="mod">
          <ac:chgData name="maulina firtiany" userId="82f77ceb5c46b235" providerId="LiveId" clId="{8D4CAF09-BB75-44B5-8DA8-4D0831921E97}" dt="2026-07-31T05:35:30.536" v="1348" actId="2085"/>
          <ac:spMkLst>
            <pc:docMk/>
            <pc:sldMk cId="0" sldId="259"/>
            <ac:spMk id="5" creationId="{FF124994-2807-5C90-7C60-0FFC251D71E7}"/>
          </ac:spMkLst>
        </pc:spChg>
        <pc:spChg chg="add mod">
          <ac:chgData name="maulina firtiany" userId="82f77ceb5c46b235" providerId="LiveId" clId="{8D4CAF09-BB75-44B5-8DA8-4D0831921E97}" dt="2026-07-31T05:35:25.140" v="1336" actId="1076"/>
          <ac:spMkLst>
            <pc:docMk/>
            <pc:sldMk cId="0" sldId="259"/>
            <ac:spMk id="6" creationId="{418C2EC4-BA1B-AE65-905B-06D75AAD7DD5}"/>
          </ac:spMkLst>
        </pc:spChg>
        <pc:spChg chg="mod">
          <ac:chgData name="maulina firtiany" userId="82f77ceb5c46b235" providerId="LiveId" clId="{8D4CAF09-BB75-44B5-8DA8-4D0831921E97}" dt="2026-07-31T04:03:40.687" v="453" actId="1076"/>
          <ac:spMkLst>
            <pc:docMk/>
            <pc:sldMk cId="0" sldId="259"/>
            <ac:spMk id="8" creationId="{0B823CEC-7834-ADB9-BA51-58A201172B7B}"/>
          </ac:spMkLst>
        </pc:spChg>
        <pc:spChg chg="mod">
          <ac:chgData name="maulina firtiany" userId="82f77ceb5c46b235" providerId="LiveId" clId="{8D4CAF09-BB75-44B5-8DA8-4D0831921E97}" dt="2026-07-31T04:03:47.957" v="454" actId="1076"/>
          <ac:spMkLst>
            <pc:docMk/>
            <pc:sldMk cId="0" sldId="259"/>
            <ac:spMk id="9" creationId="{A4A9CE64-C98B-DAC3-7377-957B38C12085}"/>
          </ac:spMkLst>
        </pc:spChg>
        <pc:spChg chg="mod">
          <ac:chgData name="maulina firtiany" userId="82f77ceb5c46b235" providerId="LiveId" clId="{8D4CAF09-BB75-44B5-8DA8-4D0831921E97}" dt="2026-07-31T05:35:29.331" v="1345" actId="2085"/>
          <ac:spMkLst>
            <pc:docMk/>
            <pc:sldMk cId="0" sldId="259"/>
            <ac:spMk id="11" creationId="{5DB96628-975F-7775-3C6F-B313AD565E80}"/>
          </ac:spMkLst>
        </pc:spChg>
        <pc:spChg chg="mod">
          <ac:chgData name="maulina firtiany" userId="82f77ceb5c46b235" providerId="LiveId" clId="{8D4CAF09-BB75-44B5-8DA8-4D0831921E97}" dt="2026-07-31T05:35:29.331" v="1345" actId="2085"/>
          <ac:spMkLst>
            <pc:docMk/>
            <pc:sldMk cId="0" sldId="259"/>
            <ac:spMk id="12" creationId="{5FD58E1B-0680-E199-1209-48C4D2D6CAC7}"/>
          </ac:spMkLst>
        </pc:spChg>
        <pc:spChg chg="del mod topLvl">
          <ac:chgData name="maulina firtiany" userId="82f77ceb5c46b235" providerId="LiveId" clId="{8D4CAF09-BB75-44B5-8DA8-4D0831921E97}" dt="2026-07-31T04:21:40.174" v="781" actId="478"/>
          <ac:spMkLst>
            <pc:docMk/>
            <pc:sldMk cId="0" sldId="259"/>
            <ac:spMk id="14" creationId="{C6A86B6C-E3F3-57E5-C399-6DE13943377F}"/>
          </ac:spMkLst>
        </pc:spChg>
        <pc:spChg chg="mod topLvl">
          <ac:chgData name="maulina firtiany" userId="82f77ceb5c46b235" providerId="LiveId" clId="{8D4CAF09-BB75-44B5-8DA8-4D0831921E97}" dt="2026-07-31T04:22:51.589" v="794" actId="1076"/>
          <ac:spMkLst>
            <pc:docMk/>
            <pc:sldMk cId="0" sldId="259"/>
            <ac:spMk id="15" creationId="{7C3427C2-2707-848D-AA32-21E401CB5094}"/>
          </ac:spMkLst>
        </pc:spChg>
        <pc:spChg chg="mod">
          <ac:chgData name="maulina firtiany" userId="82f77ceb5c46b235" providerId="LiveId" clId="{8D4CAF09-BB75-44B5-8DA8-4D0831921E97}" dt="2026-07-31T05:35:29.014" v="1344" actId="692"/>
          <ac:spMkLst>
            <pc:docMk/>
            <pc:sldMk cId="0" sldId="259"/>
            <ac:spMk id="17" creationId="{34F6537E-F442-36C8-4EF8-F3187E8D485E}"/>
          </ac:spMkLst>
        </pc:spChg>
        <pc:spChg chg="mod">
          <ac:chgData name="maulina firtiany" userId="82f77ceb5c46b235" providerId="LiveId" clId="{8D4CAF09-BB75-44B5-8DA8-4D0831921E97}" dt="2026-07-31T05:35:45.065" v="1352" actId="1076"/>
          <ac:spMkLst>
            <pc:docMk/>
            <pc:sldMk cId="0" sldId="259"/>
            <ac:spMk id="18" creationId="{E114C363-6868-F691-0090-95FE0EB31675}"/>
          </ac:spMkLst>
        </pc:spChg>
        <pc:spChg chg="mod topLvl">
          <ac:chgData name="maulina firtiany" userId="82f77ceb5c46b235" providerId="LiveId" clId="{8D4CAF09-BB75-44B5-8DA8-4D0831921E97}" dt="2026-07-31T05:35:27.479" v="1340" actId="692"/>
          <ac:spMkLst>
            <pc:docMk/>
            <pc:sldMk cId="0" sldId="259"/>
            <ac:spMk id="20" creationId="{F2731D8D-D30D-B3A9-FBBD-A4A8CB6EB9A6}"/>
          </ac:spMkLst>
        </pc:spChg>
        <pc:spChg chg="add del mod topLvl">
          <ac:chgData name="maulina firtiany" userId="82f77ceb5c46b235" providerId="LiveId" clId="{8D4CAF09-BB75-44B5-8DA8-4D0831921E97}" dt="2026-07-31T05:35:28.248" v="1342" actId="692"/>
          <ac:spMkLst>
            <pc:docMk/>
            <pc:sldMk cId="0" sldId="259"/>
            <ac:spMk id="21" creationId="{9629BF6A-1440-DE45-265D-908E5440CED1}"/>
          </ac:spMkLst>
        </pc:spChg>
        <pc:spChg chg="mod">
          <ac:chgData name="maulina firtiany" userId="82f77ceb5c46b235" providerId="LiveId" clId="{8D4CAF09-BB75-44B5-8DA8-4D0831921E97}" dt="2026-07-31T04:15:40.879" v="718"/>
          <ac:spMkLst>
            <pc:docMk/>
            <pc:sldMk cId="0" sldId="259"/>
            <ac:spMk id="23" creationId="{680270B3-DFDB-5D89-F630-527BE4248280}"/>
          </ac:spMkLst>
        </pc:spChg>
        <pc:spChg chg="mod">
          <ac:chgData name="maulina firtiany" userId="82f77ceb5c46b235" providerId="LiveId" clId="{8D4CAF09-BB75-44B5-8DA8-4D0831921E97}" dt="2026-07-31T04:15:49.230" v="720"/>
          <ac:spMkLst>
            <pc:docMk/>
            <pc:sldMk cId="0" sldId="259"/>
            <ac:spMk id="24" creationId="{7C72A4A4-C9E4-903B-E34B-879C993FBA6B}"/>
          </ac:spMkLst>
        </pc:spChg>
        <pc:spChg chg="mod">
          <ac:chgData name="maulina firtiany" userId="82f77ceb5c46b235" providerId="LiveId" clId="{8D4CAF09-BB75-44B5-8DA8-4D0831921E97}" dt="2026-07-31T05:35:30.031" v="1347" actId="2085"/>
          <ac:spMkLst>
            <pc:docMk/>
            <pc:sldMk cId="0" sldId="259"/>
            <ac:spMk id="26" creationId="{E602550A-7330-6C27-4764-D0B778E367A6}"/>
          </ac:spMkLst>
        </pc:spChg>
        <pc:spChg chg="mod">
          <ac:chgData name="maulina firtiany" userId="82f77ceb5c46b235" providerId="LiveId" clId="{8D4CAF09-BB75-44B5-8DA8-4D0831921E97}" dt="2026-07-31T05:35:30.031" v="1347" actId="2085"/>
          <ac:spMkLst>
            <pc:docMk/>
            <pc:sldMk cId="0" sldId="259"/>
            <ac:spMk id="27" creationId="{4274B1EF-950B-7973-B984-F54E6A553E77}"/>
          </ac:spMkLst>
        </pc:spChg>
        <pc:spChg chg="mod">
          <ac:chgData name="maulina firtiany" userId="82f77ceb5c46b235" providerId="LiveId" clId="{8D4CAF09-BB75-44B5-8DA8-4D0831921E97}" dt="2026-07-31T05:35:29.623" v="1346" actId="2085"/>
          <ac:spMkLst>
            <pc:docMk/>
            <pc:sldMk cId="0" sldId="259"/>
            <ac:spMk id="29" creationId="{7F093B7C-EC5E-19D7-1607-DC5897306242}"/>
          </ac:spMkLst>
        </pc:spChg>
        <pc:spChg chg="mod">
          <ac:chgData name="maulina firtiany" userId="82f77ceb5c46b235" providerId="LiveId" clId="{8D4CAF09-BB75-44B5-8DA8-4D0831921E97}" dt="2026-07-31T05:35:29.623" v="1346" actId="2085"/>
          <ac:spMkLst>
            <pc:docMk/>
            <pc:sldMk cId="0" sldId="259"/>
            <ac:spMk id="30" creationId="{50C79CDA-1F13-9F75-44A7-BC7D0AF46253}"/>
          </ac:spMkLst>
        </pc:spChg>
        <pc:spChg chg="add mod">
          <ac:chgData name="maulina firtiany" userId="82f77ceb5c46b235" providerId="LiveId" clId="{8D4CAF09-BB75-44B5-8DA8-4D0831921E97}" dt="2026-07-31T04:27:39.872" v="836"/>
          <ac:spMkLst>
            <pc:docMk/>
            <pc:sldMk cId="0" sldId="259"/>
            <ac:spMk id="31" creationId="{EBDB258F-D730-DF02-FDCE-402608CFBF0B}"/>
          </ac:spMkLst>
        </pc:spChg>
        <pc:spChg chg="add mod topLvl">
          <ac:chgData name="maulina firtiany" userId="82f77ceb5c46b235" providerId="LiveId" clId="{8D4CAF09-BB75-44B5-8DA8-4D0831921E97}" dt="2026-07-31T04:36:32.403" v="939" actId="165"/>
          <ac:spMkLst>
            <pc:docMk/>
            <pc:sldMk cId="0" sldId="259"/>
            <ac:spMk id="32" creationId="{F7A63623-4ABF-828B-DC91-205F634EA539}"/>
          </ac:spMkLst>
        </pc:spChg>
        <pc:spChg chg="add mod">
          <ac:chgData name="maulina firtiany" userId="82f77ceb5c46b235" providerId="LiveId" clId="{8D4CAF09-BB75-44B5-8DA8-4D0831921E97}" dt="2026-07-31T04:29:07.756" v="857"/>
          <ac:spMkLst>
            <pc:docMk/>
            <pc:sldMk cId="0" sldId="259"/>
            <ac:spMk id="33" creationId="{E69D0C7A-9E55-93A1-C103-318841B4F5CA}"/>
          </ac:spMkLst>
        </pc:spChg>
        <pc:spChg chg="add mod topLvl">
          <ac:chgData name="maulina firtiany" userId="82f77ceb5c46b235" providerId="LiveId" clId="{8D4CAF09-BB75-44B5-8DA8-4D0831921E97}" dt="2026-07-31T04:36:40.627" v="940" actId="1076"/>
          <ac:spMkLst>
            <pc:docMk/>
            <pc:sldMk cId="0" sldId="259"/>
            <ac:spMk id="35" creationId="{ECAB3491-81C1-6F0E-7227-1B99EDE51165}"/>
          </ac:spMkLst>
        </pc:spChg>
        <pc:spChg chg="add mod topLvl">
          <ac:chgData name="maulina firtiany" userId="82f77ceb5c46b235" providerId="LiveId" clId="{8D4CAF09-BB75-44B5-8DA8-4D0831921E97}" dt="2026-07-31T04:36:44.496" v="941" actId="1076"/>
          <ac:spMkLst>
            <pc:docMk/>
            <pc:sldMk cId="0" sldId="259"/>
            <ac:spMk id="37" creationId="{31FABD56-3EF4-19CF-F452-C368409B944A}"/>
          </ac:spMkLst>
        </pc:spChg>
        <pc:spChg chg="add mod topLvl">
          <ac:chgData name="maulina firtiany" userId="82f77ceb5c46b235" providerId="LiveId" clId="{8D4CAF09-BB75-44B5-8DA8-4D0831921E97}" dt="2026-07-31T04:38:56.132" v="950" actId="1076"/>
          <ac:spMkLst>
            <pc:docMk/>
            <pc:sldMk cId="0" sldId="259"/>
            <ac:spMk id="39" creationId="{FDFB04DB-EFA5-DC86-F38E-09F4BF920867}"/>
          </ac:spMkLst>
        </pc:spChg>
        <pc:spChg chg="add mod topLvl">
          <ac:chgData name="maulina firtiany" userId="82f77ceb5c46b235" providerId="LiveId" clId="{8D4CAF09-BB75-44B5-8DA8-4D0831921E97}" dt="2026-07-31T04:41:09.722" v="960" actId="1076"/>
          <ac:spMkLst>
            <pc:docMk/>
            <pc:sldMk cId="0" sldId="259"/>
            <ac:spMk id="41" creationId="{32E40EF6-5107-84E9-17FE-21A48E7BFFD2}"/>
          </ac:spMkLst>
        </pc:spChg>
        <pc:spChg chg="add mod">
          <ac:chgData name="maulina firtiany" userId="82f77ceb5c46b235" providerId="LiveId" clId="{8D4CAF09-BB75-44B5-8DA8-4D0831921E97}" dt="2026-07-31T04:37:33.201" v="949"/>
          <ac:spMkLst>
            <pc:docMk/>
            <pc:sldMk cId="0" sldId="259"/>
            <ac:spMk id="43" creationId="{B2150652-5DC6-9523-58DD-B6D26DF2D146}"/>
          </ac:spMkLst>
        </pc:spChg>
        <pc:spChg chg="mod">
          <ac:chgData name="maulina firtiany" userId="82f77ceb5c46b235" providerId="LiveId" clId="{8D4CAF09-BB75-44B5-8DA8-4D0831921E97}" dt="2026-07-31T04:28:50.116" v="854" actId="1076"/>
          <ac:spMkLst>
            <pc:docMk/>
            <pc:sldMk cId="0" sldId="259"/>
            <ac:spMk id="60" creationId="{00000000-0000-0000-0000-000000000000}"/>
          </ac:spMkLst>
        </pc:spChg>
        <pc:spChg chg="mod">
          <ac:chgData name="maulina firtiany" userId="82f77ceb5c46b235" providerId="LiveId" clId="{8D4CAF09-BB75-44B5-8DA8-4D0831921E97}" dt="2026-07-31T04:36:14.397" v="937" actId="404"/>
          <ac:spMkLst>
            <pc:docMk/>
            <pc:sldMk cId="0" sldId="259"/>
            <ac:spMk id="61" creationId="{00000000-0000-0000-0000-000000000000}"/>
          </ac:spMkLst>
        </pc:spChg>
        <pc:grpChg chg="add del mod">
          <ac:chgData name="maulina firtiany" userId="82f77ceb5c46b235" providerId="LiveId" clId="{8D4CAF09-BB75-44B5-8DA8-4D0831921E97}" dt="2026-07-31T05:35:34.021" v="1351" actId="1076"/>
          <ac:grpSpMkLst>
            <pc:docMk/>
            <pc:sldMk cId="0" sldId="259"/>
            <ac:grpSpMk id="3" creationId="{CA1EFEE9-CE73-31CF-5DA1-FD799A17D7ED}"/>
          </ac:grpSpMkLst>
        </pc:grpChg>
        <pc:grpChg chg="add del mod">
          <ac:chgData name="maulina firtiany" userId="82f77ceb5c46b235" providerId="LiveId" clId="{8D4CAF09-BB75-44B5-8DA8-4D0831921E97}" dt="2026-07-31T04:17:14.342" v="741" actId="478"/>
          <ac:grpSpMkLst>
            <pc:docMk/>
            <pc:sldMk cId="0" sldId="259"/>
            <ac:grpSpMk id="7" creationId="{46201304-3BED-07A0-2B7D-8631C76AF103}"/>
          </ac:grpSpMkLst>
        </pc:grpChg>
        <pc:grpChg chg="mod">
          <ac:chgData name="maulina firtiany" userId="82f77ceb5c46b235" providerId="LiveId" clId="{8D4CAF09-BB75-44B5-8DA8-4D0831921E97}" dt="2026-07-31T04:22:51.589" v="794" actId="1076"/>
          <ac:grpSpMkLst>
            <pc:docMk/>
            <pc:sldMk cId="0" sldId="259"/>
            <ac:grpSpMk id="10" creationId="{AD7E70CA-6958-A752-6DE8-32404B6D8950}"/>
          </ac:grpSpMkLst>
        </pc:grpChg>
        <pc:grpChg chg="del mod">
          <ac:chgData name="maulina firtiany" userId="82f77ceb5c46b235" providerId="LiveId" clId="{8D4CAF09-BB75-44B5-8DA8-4D0831921E97}" dt="2026-07-31T04:21:40.174" v="781" actId="478"/>
          <ac:grpSpMkLst>
            <pc:docMk/>
            <pc:sldMk cId="0" sldId="259"/>
            <ac:grpSpMk id="13" creationId="{4BA24927-F297-2608-AE69-00D21F5FD4F7}"/>
          </ac:grpSpMkLst>
        </pc:grpChg>
        <pc:grpChg chg="mod">
          <ac:chgData name="maulina firtiany" userId="82f77ceb5c46b235" providerId="LiveId" clId="{8D4CAF09-BB75-44B5-8DA8-4D0831921E97}" dt="2026-07-31T05:34:35.716" v="1323" actId="1076"/>
          <ac:grpSpMkLst>
            <pc:docMk/>
            <pc:sldMk cId="0" sldId="259"/>
            <ac:grpSpMk id="16" creationId="{F61DB8BD-0DCE-A5B4-B13F-2671B4D1240E}"/>
          </ac:grpSpMkLst>
        </pc:grpChg>
        <pc:grpChg chg="add del mod">
          <ac:chgData name="maulina firtiany" userId="82f77ceb5c46b235" providerId="LiveId" clId="{8D4CAF09-BB75-44B5-8DA8-4D0831921E97}" dt="2026-07-31T05:35:26.996" v="1339" actId="1076"/>
          <ac:grpSpMkLst>
            <pc:docMk/>
            <pc:sldMk cId="0" sldId="259"/>
            <ac:grpSpMk id="19" creationId="{1F04CFE9-8DA2-1446-48D5-B238A5D5C672}"/>
          </ac:grpSpMkLst>
        </pc:grpChg>
        <pc:grpChg chg="add mod">
          <ac:chgData name="maulina firtiany" userId="82f77ceb5c46b235" providerId="LiveId" clId="{8D4CAF09-BB75-44B5-8DA8-4D0831921E97}" dt="2026-07-31T04:16:25.948" v="732" actId="1076"/>
          <ac:grpSpMkLst>
            <pc:docMk/>
            <pc:sldMk cId="0" sldId="259"/>
            <ac:grpSpMk id="22" creationId="{E4AAA755-D68D-8B67-F742-F527C314876D}"/>
          </ac:grpSpMkLst>
        </pc:grpChg>
        <pc:grpChg chg="add mod">
          <ac:chgData name="maulina firtiany" userId="82f77ceb5c46b235" providerId="LiveId" clId="{8D4CAF09-BB75-44B5-8DA8-4D0831921E97}" dt="2026-07-31T04:22:51.589" v="794" actId="1076"/>
          <ac:grpSpMkLst>
            <pc:docMk/>
            <pc:sldMk cId="0" sldId="259"/>
            <ac:grpSpMk id="25" creationId="{507412EE-E745-07DC-0931-65F6BC306F8D}"/>
          </ac:grpSpMkLst>
        </pc:grpChg>
        <pc:grpChg chg="add mod">
          <ac:chgData name="maulina firtiany" userId="82f77ceb5c46b235" providerId="LiveId" clId="{8D4CAF09-BB75-44B5-8DA8-4D0831921E97}" dt="2026-07-31T04:22:51.589" v="794" actId="1076"/>
          <ac:grpSpMkLst>
            <pc:docMk/>
            <pc:sldMk cId="0" sldId="259"/>
            <ac:grpSpMk id="28" creationId="{A9483482-80F9-D956-C803-1D6FE11B06ED}"/>
          </ac:grpSpMkLst>
        </pc:grpChg>
        <pc:grpChg chg="add del mod">
          <ac:chgData name="maulina firtiany" userId="82f77ceb5c46b235" providerId="LiveId" clId="{8D4CAF09-BB75-44B5-8DA8-4D0831921E97}" dt="2026-07-31T04:36:32.403" v="939" actId="165"/>
          <ac:grpSpMkLst>
            <pc:docMk/>
            <pc:sldMk cId="0" sldId="259"/>
            <ac:grpSpMk id="44" creationId="{CD77EB48-F4DF-B1D0-01F3-21250C5B3286}"/>
          </ac:grpSpMkLst>
        </pc:grpChg>
        <pc:picChg chg="del mod">
          <ac:chgData name="maulina firtiany" userId="82f77ceb5c46b235" providerId="LiveId" clId="{8D4CAF09-BB75-44B5-8DA8-4D0831921E97}" dt="2026-07-31T04:00:18.631" v="318" actId="478"/>
          <ac:picMkLst>
            <pc:docMk/>
            <pc:sldMk cId="0" sldId="259"/>
            <ac:picMk id="2" creationId="{C01FA839-AD6D-6C64-703C-F40369F9236C}"/>
          </ac:picMkLst>
        </pc:picChg>
      </pc:sldChg>
      <pc:sldChg chg="addSp delSp modSp mod ord modNotes">
        <pc:chgData name="maulina firtiany" userId="82f77ceb5c46b235" providerId="LiveId" clId="{8D4CAF09-BB75-44B5-8DA8-4D0831921E97}" dt="2026-07-31T05:13:32.551" v="1252" actId="1076"/>
        <pc:sldMkLst>
          <pc:docMk/>
          <pc:sldMk cId="0" sldId="260"/>
        </pc:sldMkLst>
        <pc:spChg chg="add mod">
          <ac:chgData name="maulina firtiany" userId="82f77ceb5c46b235" providerId="LiveId" clId="{8D4CAF09-BB75-44B5-8DA8-4D0831921E97}" dt="2026-07-31T05:13:28.379" v="1251" actId="1076"/>
          <ac:spMkLst>
            <pc:docMk/>
            <pc:sldMk cId="0" sldId="260"/>
            <ac:spMk id="4" creationId="{F6B6576B-B42B-6C09-EFAF-EF06E8B8A0E1}"/>
          </ac:spMkLst>
        </pc:spChg>
        <pc:spChg chg="mod">
          <ac:chgData name="maulina firtiany" userId="82f77ceb5c46b235" providerId="LiveId" clId="{8D4CAF09-BB75-44B5-8DA8-4D0831921E97}" dt="2026-07-31T04:51:26.290" v="1072" actId="404"/>
          <ac:spMkLst>
            <pc:docMk/>
            <pc:sldMk cId="0" sldId="260"/>
            <ac:spMk id="66" creationId="{00000000-0000-0000-0000-000000000000}"/>
          </ac:spMkLst>
        </pc:spChg>
        <pc:spChg chg="del">
          <ac:chgData name="maulina firtiany" userId="82f77ceb5c46b235" providerId="LiveId" clId="{8D4CAF09-BB75-44B5-8DA8-4D0831921E97}" dt="2026-07-31T00:04:38.725" v="41" actId="478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maulina firtiany" userId="82f77ceb5c46b235" providerId="LiveId" clId="{8D4CAF09-BB75-44B5-8DA8-4D0831921E97}" dt="2026-07-31T05:13:32.551" v="1252" actId="1076"/>
          <ac:picMkLst>
            <pc:docMk/>
            <pc:sldMk cId="0" sldId="260"/>
            <ac:picMk id="2" creationId="{07CA7AAE-9EA9-D302-E537-02BFBA2837A5}"/>
          </ac:picMkLst>
        </pc:picChg>
      </pc:sldChg>
      <pc:sldChg chg="addSp delSp modSp del mod modNotes">
        <pc:chgData name="maulina firtiany" userId="82f77ceb5c46b235" providerId="LiveId" clId="{8D4CAF09-BB75-44B5-8DA8-4D0831921E97}" dt="2026-07-31T04:50:14.951" v="1071" actId="47"/>
        <pc:sldMkLst>
          <pc:docMk/>
          <pc:sldMk cId="0" sldId="261"/>
        </pc:sldMkLst>
        <pc:spChg chg="add mod">
          <ac:chgData name="maulina firtiany" userId="82f77ceb5c46b235" providerId="LiveId" clId="{8D4CAF09-BB75-44B5-8DA8-4D0831921E97}" dt="2026-07-31T04:46:30.174" v="1041" actId="20577"/>
          <ac:spMkLst>
            <pc:docMk/>
            <pc:sldMk cId="0" sldId="261"/>
            <ac:spMk id="5" creationId="{C42FCAF1-8697-7267-E4AE-0E87D6D5CA64}"/>
          </ac:spMkLst>
        </pc:spChg>
        <pc:spChg chg="add mod">
          <ac:chgData name="maulina firtiany" userId="82f77ceb5c46b235" providerId="LiveId" clId="{8D4CAF09-BB75-44B5-8DA8-4D0831921E97}" dt="2026-07-31T04:46:25.219" v="1033" actId="20577"/>
          <ac:spMkLst>
            <pc:docMk/>
            <pc:sldMk cId="0" sldId="261"/>
            <ac:spMk id="7" creationId="{0531F39B-46BD-BCB3-37E4-DE6F5EB93145}"/>
          </ac:spMkLst>
        </pc:spChg>
        <pc:spChg chg="mod">
          <ac:chgData name="maulina firtiany" userId="82f77ceb5c46b235" providerId="LiveId" clId="{8D4CAF09-BB75-44B5-8DA8-4D0831921E97}" dt="2026-07-31T04:46:42.343" v="1058" actId="20577"/>
          <ac:spMkLst>
            <pc:docMk/>
            <pc:sldMk cId="0" sldId="261"/>
            <ac:spMk id="72" creationId="{00000000-0000-0000-0000-000000000000}"/>
          </ac:spMkLst>
        </pc:spChg>
        <pc:spChg chg="del">
          <ac:chgData name="maulina firtiany" userId="82f77ceb5c46b235" providerId="LiveId" clId="{8D4CAF09-BB75-44B5-8DA8-4D0831921E97}" dt="2026-07-31T00:35:06.785" v="108" actId="478"/>
          <ac:spMkLst>
            <pc:docMk/>
            <pc:sldMk cId="0" sldId="261"/>
            <ac:spMk id="73" creationId="{00000000-0000-0000-0000-000000000000}"/>
          </ac:spMkLst>
        </pc:spChg>
        <pc:picChg chg="add mod">
          <ac:chgData name="maulina firtiany" userId="82f77ceb5c46b235" providerId="LiveId" clId="{8D4CAF09-BB75-44B5-8DA8-4D0831921E97}" dt="2026-07-31T04:45:12.328" v="1003" actId="1076"/>
          <ac:picMkLst>
            <pc:docMk/>
            <pc:sldMk cId="0" sldId="261"/>
            <ac:picMk id="2" creationId="{4888BD8A-46D2-3572-E968-E1381D0FEAB2}"/>
          </ac:picMkLst>
        </pc:picChg>
        <pc:picChg chg="add mod">
          <ac:chgData name="maulina firtiany" userId="82f77ceb5c46b235" providerId="LiveId" clId="{8D4CAF09-BB75-44B5-8DA8-4D0831921E97}" dt="2026-07-31T04:44:48.149" v="980" actId="1076"/>
          <ac:picMkLst>
            <pc:docMk/>
            <pc:sldMk cId="0" sldId="261"/>
            <ac:picMk id="3" creationId="{01DEB2C9-65CE-99F3-41B3-1057EE0966CF}"/>
          </ac:picMkLst>
        </pc:picChg>
      </pc:sldChg>
      <pc:sldChg chg="addSp delSp modSp mod">
        <pc:chgData name="maulina firtiany" userId="82f77ceb5c46b235" providerId="LiveId" clId="{8D4CAF09-BB75-44B5-8DA8-4D0831921E97}" dt="2026-08-01T05:05:41.744" v="1551" actId="20577"/>
        <pc:sldMkLst>
          <pc:docMk/>
          <pc:sldMk cId="0" sldId="262"/>
        </pc:sldMkLst>
        <pc:spChg chg="mod">
          <ac:chgData name="maulina firtiany" userId="82f77ceb5c46b235" providerId="LiveId" clId="{8D4CAF09-BB75-44B5-8DA8-4D0831921E97}" dt="2026-07-31T05:06:08.141" v="1197" actId="20577"/>
          <ac:spMkLst>
            <pc:docMk/>
            <pc:sldMk cId="0" sldId="262"/>
            <ac:spMk id="78" creationId="{00000000-0000-0000-0000-000000000000}"/>
          </ac:spMkLst>
        </pc:spChg>
        <pc:spChg chg="mod">
          <ac:chgData name="maulina firtiany" userId="82f77ceb5c46b235" providerId="LiveId" clId="{8D4CAF09-BB75-44B5-8DA8-4D0831921E97}" dt="2026-08-01T05:05:41.744" v="1551" actId="20577"/>
          <ac:spMkLst>
            <pc:docMk/>
            <pc:sldMk cId="0" sldId="262"/>
            <ac:spMk id="79" creationId="{00000000-0000-0000-0000-000000000000}"/>
          </ac:spMkLst>
        </pc:spChg>
        <pc:graphicFrameChg chg="add del mod modGraphic">
          <ac:chgData name="maulina firtiany" userId="82f77ceb5c46b235" providerId="LiveId" clId="{8D4CAF09-BB75-44B5-8DA8-4D0831921E97}" dt="2026-07-31T05:02:11.885" v="1106" actId="478"/>
          <ac:graphicFrameMkLst>
            <pc:docMk/>
            <pc:sldMk cId="0" sldId="262"/>
            <ac:graphicFrameMk id="2" creationId="{10ABB140-9778-5E8A-90E3-9BBBCCEBFC1D}"/>
          </ac:graphicFrameMkLst>
        </pc:graphicFrameChg>
        <pc:graphicFrameChg chg="add mod modGraphic">
          <ac:chgData name="maulina firtiany" userId="82f77ceb5c46b235" providerId="LiveId" clId="{8D4CAF09-BB75-44B5-8DA8-4D0831921E97}" dt="2026-07-31T05:14:33.415" v="1263" actId="798"/>
          <ac:graphicFrameMkLst>
            <pc:docMk/>
            <pc:sldMk cId="0" sldId="262"/>
            <ac:graphicFrameMk id="3" creationId="{9DEE87C0-2B35-747F-14C6-E73B5DDB091C}"/>
          </ac:graphicFrameMkLst>
        </pc:graphicFrameChg>
      </pc:sldChg>
      <pc:sldChg chg="modSp del mod">
        <pc:chgData name="maulina firtiany" userId="82f77ceb5c46b235" providerId="LiveId" clId="{8D4CAF09-BB75-44B5-8DA8-4D0831921E97}" dt="2026-07-31T05:15:35.678" v="1273" actId="47"/>
        <pc:sldMkLst>
          <pc:docMk/>
          <pc:sldMk cId="0" sldId="263"/>
        </pc:sldMkLst>
        <pc:spChg chg="mod">
          <ac:chgData name="maulina firtiany" userId="82f77ceb5c46b235" providerId="LiveId" clId="{8D4CAF09-BB75-44B5-8DA8-4D0831921E97}" dt="2026-07-31T05:06:29.220" v="1203" actId="20577"/>
          <ac:spMkLst>
            <pc:docMk/>
            <pc:sldMk cId="0" sldId="263"/>
            <ac:spMk id="84" creationId="{00000000-0000-0000-0000-000000000000}"/>
          </ac:spMkLst>
        </pc:spChg>
      </pc:sldChg>
      <pc:sldChg chg="del">
        <pc:chgData name="maulina firtiany" userId="82f77ceb5c46b235" providerId="LiveId" clId="{8D4CAF09-BB75-44B5-8DA8-4D0831921E97}" dt="2026-07-31T05:15:31.726" v="1272" actId="47"/>
        <pc:sldMkLst>
          <pc:docMk/>
          <pc:sldMk cId="0" sldId="264"/>
        </pc:sldMkLst>
      </pc:sldChg>
      <pc:sldChg chg="del">
        <pc:chgData name="maulina firtiany" userId="82f77ceb5c46b235" providerId="LiveId" clId="{8D4CAF09-BB75-44B5-8DA8-4D0831921E97}" dt="2026-07-31T05:15:28.616" v="1271" actId="47"/>
        <pc:sldMkLst>
          <pc:docMk/>
          <pc:sldMk cId="0" sldId="265"/>
        </pc:sldMkLst>
      </pc:sldChg>
      <pc:sldChg chg="del">
        <pc:chgData name="maulina firtiany" userId="82f77ceb5c46b235" providerId="LiveId" clId="{8D4CAF09-BB75-44B5-8DA8-4D0831921E97}" dt="2026-07-31T05:15:25.641" v="1270" actId="47"/>
        <pc:sldMkLst>
          <pc:docMk/>
          <pc:sldMk cId="0" sldId="266"/>
        </pc:sldMkLst>
      </pc:sldChg>
      <pc:sldChg chg="add del">
        <pc:chgData name="maulina firtiany" userId="82f77ceb5c46b235" providerId="LiveId" clId="{8D4CAF09-BB75-44B5-8DA8-4D0831921E97}" dt="2026-07-31T05:15:18.467" v="1268" actId="47"/>
        <pc:sldMkLst>
          <pc:docMk/>
          <pc:sldMk cId="0" sldId="267"/>
        </pc:sldMkLst>
      </pc:sldChg>
      <pc:sldChg chg="addSp delSp modSp mod ord delAnim modNotes">
        <pc:chgData name="maulina firtiany" userId="82f77ceb5c46b235" providerId="LiveId" clId="{8D4CAF09-BB75-44B5-8DA8-4D0831921E97}" dt="2026-07-31T05:18:12.098" v="1296" actId="113"/>
        <pc:sldMkLst>
          <pc:docMk/>
          <pc:sldMk cId="0" sldId="268"/>
        </pc:sldMkLst>
        <pc:spChg chg="add mod">
          <ac:chgData name="maulina firtiany" userId="82f77ceb5c46b235" providerId="LiveId" clId="{8D4CAF09-BB75-44B5-8DA8-4D0831921E97}" dt="2026-07-31T05:18:07.593" v="1295" actId="113"/>
          <ac:spMkLst>
            <pc:docMk/>
            <pc:sldMk cId="0" sldId="268"/>
            <ac:spMk id="2" creationId="{B420B48A-BB12-AD2B-024F-6D180312EF94}"/>
          </ac:spMkLst>
        </pc:spChg>
        <pc:spChg chg="add mod">
          <ac:chgData name="maulina firtiany" userId="82f77ceb5c46b235" providerId="LiveId" clId="{8D4CAF09-BB75-44B5-8DA8-4D0831921E97}" dt="2026-07-31T05:18:12.098" v="1296" actId="113"/>
          <ac:spMkLst>
            <pc:docMk/>
            <pc:sldMk cId="0" sldId="268"/>
            <ac:spMk id="7" creationId="{C0B91351-764E-3C03-6A2F-88BC71EC5168}"/>
          </ac:spMkLst>
        </pc:spChg>
        <pc:spChg chg="del mod">
          <ac:chgData name="maulina firtiany" userId="82f77ceb5c46b235" providerId="LiveId" clId="{8D4CAF09-BB75-44B5-8DA8-4D0831921E97}" dt="2026-07-31T01:08:02.234" v="228" actId="478"/>
          <ac:spMkLst>
            <pc:docMk/>
            <pc:sldMk cId="0" sldId="268"/>
            <ac:spMk id="114" creationId="{00000000-0000-0000-0000-000000000000}"/>
          </ac:spMkLst>
        </pc:spChg>
        <pc:picChg chg="add mod">
          <ac:chgData name="maulina firtiany" userId="82f77ceb5c46b235" providerId="LiveId" clId="{8D4CAF09-BB75-44B5-8DA8-4D0831921E97}" dt="2026-07-31T01:08:05.170" v="229" actId="1076"/>
          <ac:picMkLst>
            <pc:docMk/>
            <pc:sldMk cId="0" sldId="268"/>
            <ac:picMk id="3" creationId="{7A301C82-FE45-43A9-609C-51B57EBC632E}"/>
          </ac:picMkLst>
        </pc:picChg>
        <pc:picChg chg="add mod">
          <ac:chgData name="maulina firtiany" userId="82f77ceb5c46b235" providerId="LiveId" clId="{8D4CAF09-BB75-44B5-8DA8-4D0831921E97}" dt="2026-07-31T01:04:42.321" v="139" actId="1076"/>
          <ac:picMkLst>
            <pc:docMk/>
            <pc:sldMk cId="0" sldId="268"/>
            <ac:picMk id="4" creationId="{94D8573D-2E95-A22D-8178-3F03355FAF61}"/>
          </ac:picMkLst>
        </pc:picChg>
        <pc:picChg chg="add del">
          <ac:chgData name="maulina firtiany" userId="82f77ceb5c46b235" providerId="LiveId" clId="{8D4CAF09-BB75-44B5-8DA8-4D0831921E97}" dt="2026-07-31T01:04:57.921" v="143" actId="478"/>
          <ac:picMkLst>
            <pc:docMk/>
            <pc:sldMk cId="0" sldId="268"/>
            <ac:picMk id="5" creationId="{39F6B60A-58EE-9B74-21D6-908627F4F14B}"/>
          </ac:picMkLst>
        </pc:picChg>
        <pc:picChg chg="add del mod">
          <ac:chgData name="maulina firtiany" userId="82f77ceb5c46b235" providerId="LiveId" clId="{8D4CAF09-BB75-44B5-8DA8-4D0831921E97}" dt="2026-07-31T01:01:12.519" v="127" actId="478"/>
          <ac:picMkLst>
            <pc:docMk/>
            <pc:sldMk cId="0" sldId="268"/>
            <ac:picMk id="1025" creationId="{AE64A9EF-1971-D50E-B659-C14B90D6F8B2}"/>
          </ac:picMkLst>
        </pc:picChg>
      </pc:sldChg>
      <pc:sldChg chg="add del">
        <pc:chgData name="maulina firtiany" userId="82f77ceb5c46b235" providerId="LiveId" clId="{8D4CAF09-BB75-44B5-8DA8-4D0831921E97}" dt="2026-07-31T05:15:22.269" v="1269" actId="47"/>
        <pc:sldMkLst>
          <pc:docMk/>
          <pc:sldMk cId="0" sldId="269"/>
        </pc:sldMkLst>
      </pc:sldChg>
      <pc:sldChg chg="addSp delSp modSp mod ord modNotes">
        <pc:chgData name="maulina firtiany" userId="82f77ceb5c46b235" providerId="LiveId" clId="{8D4CAF09-BB75-44B5-8DA8-4D0831921E97}" dt="2026-08-01T05:05:12.408" v="1549" actId="1076"/>
        <pc:sldMkLst>
          <pc:docMk/>
          <pc:sldMk cId="0" sldId="270"/>
        </pc:sldMkLst>
        <pc:spChg chg="add mod">
          <ac:chgData name="maulina firtiany" userId="82f77ceb5c46b235" providerId="LiveId" clId="{8D4CAF09-BB75-44B5-8DA8-4D0831921E97}" dt="2026-08-01T05:04:27.689" v="1522" actId="1076"/>
          <ac:spMkLst>
            <pc:docMk/>
            <pc:sldMk cId="0" sldId="270"/>
            <ac:spMk id="10" creationId="{6A0865C8-ABFC-A647-E0C1-49713A46C667}"/>
          </ac:spMkLst>
        </pc:spChg>
        <pc:spChg chg="add mod">
          <ac:chgData name="maulina firtiany" userId="82f77ceb5c46b235" providerId="LiveId" clId="{8D4CAF09-BB75-44B5-8DA8-4D0831921E97}" dt="2026-08-01T05:05:12.408" v="1549" actId="1076"/>
          <ac:spMkLst>
            <pc:docMk/>
            <pc:sldMk cId="0" sldId="270"/>
            <ac:spMk id="12" creationId="{FEE04802-65EB-5C35-CC50-34E32BF881AF}"/>
          </ac:spMkLst>
        </pc:spChg>
        <pc:picChg chg="add del mod">
          <ac:chgData name="maulina firtiany" userId="82f77ceb5c46b235" providerId="LiveId" clId="{8D4CAF09-BB75-44B5-8DA8-4D0831921E97}" dt="2026-08-01T03:19:31.250" v="1417" actId="1076"/>
          <ac:picMkLst>
            <pc:docMk/>
            <pc:sldMk cId="0" sldId="270"/>
            <ac:picMk id="3" creationId="{AB298E06-184B-7C8D-1308-FB8D901DB4FB}"/>
          </ac:picMkLst>
        </pc:picChg>
        <pc:picChg chg="add mod">
          <ac:chgData name="maulina firtiany" userId="82f77ceb5c46b235" providerId="LiveId" clId="{8D4CAF09-BB75-44B5-8DA8-4D0831921E97}" dt="2026-08-01T05:04:33.132" v="1523" actId="1076"/>
          <ac:picMkLst>
            <pc:docMk/>
            <pc:sldMk cId="0" sldId="270"/>
            <ac:picMk id="4" creationId="{D2870C34-BB7C-118E-9846-183072DA65FE}"/>
          </ac:picMkLst>
        </pc:picChg>
        <pc:picChg chg="add del mod">
          <ac:chgData name="maulina firtiany" userId="82f77ceb5c46b235" providerId="LiveId" clId="{8D4CAF09-BB75-44B5-8DA8-4D0831921E97}" dt="2026-08-01T03:19:28.874" v="1416" actId="478"/>
          <ac:picMkLst>
            <pc:docMk/>
            <pc:sldMk cId="0" sldId="270"/>
            <ac:picMk id="6" creationId="{3CA344C6-1226-6C5E-853D-81259EC0CE41}"/>
          </ac:picMkLst>
        </pc:picChg>
        <pc:picChg chg="add del">
          <ac:chgData name="maulina firtiany" userId="82f77ceb5c46b235" providerId="LiveId" clId="{8D4CAF09-BB75-44B5-8DA8-4D0831921E97}" dt="2026-08-01T05:03:57.990" v="1495" actId="478"/>
          <ac:picMkLst>
            <pc:docMk/>
            <pc:sldMk cId="0" sldId="270"/>
            <ac:picMk id="8" creationId="{31A8AF54-B867-219F-C268-658FA14F9DAA}"/>
          </ac:picMkLst>
        </pc:picChg>
      </pc:sldChg>
      <pc:sldChg chg="modSp mod">
        <pc:chgData name="maulina firtiany" userId="82f77ceb5c46b235" providerId="LiveId" clId="{8D4CAF09-BB75-44B5-8DA8-4D0831921E97}" dt="2026-07-31T05:19:28.247" v="1299" actId="20577"/>
        <pc:sldMkLst>
          <pc:docMk/>
          <pc:sldMk cId="0" sldId="271"/>
        </pc:sldMkLst>
        <pc:spChg chg="mod">
          <ac:chgData name="maulina firtiany" userId="82f77ceb5c46b235" providerId="LiveId" clId="{8D4CAF09-BB75-44B5-8DA8-4D0831921E97}" dt="2026-07-31T05:19:28.247" v="1299" actId="20577"/>
          <ac:spMkLst>
            <pc:docMk/>
            <pc:sldMk cId="0" sldId="271"/>
            <ac:spMk id="133" creationId="{00000000-0000-0000-0000-000000000000}"/>
          </ac:spMkLst>
        </pc:spChg>
      </pc:sldChg>
      <pc:sldChg chg="modSp mod modNotes">
        <pc:chgData name="maulina firtiany" userId="82f77ceb5c46b235" providerId="LiveId" clId="{8D4CAF09-BB75-44B5-8DA8-4D0831921E97}" dt="2026-07-31T05:09:29.643" v="1241" actId="5793"/>
        <pc:sldMkLst>
          <pc:docMk/>
          <pc:sldMk cId="0" sldId="272"/>
        </pc:sldMkLst>
        <pc:spChg chg="mod">
          <ac:chgData name="maulina firtiany" userId="82f77ceb5c46b235" providerId="LiveId" clId="{8D4CAF09-BB75-44B5-8DA8-4D0831921E97}" dt="2026-07-31T05:09:29.643" v="1241" actId="5793"/>
          <ac:spMkLst>
            <pc:docMk/>
            <pc:sldMk cId="0" sldId="272"/>
            <ac:spMk id="139" creationId="{00000000-0000-0000-0000-000000000000}"/>
          </ac:spMkLst>
        </pc:spChg>
      </pc:sldChg>
      <pc:sldChg chg="del">
        <pc:chgData name="maulina firtiany" userId="82f77ceb5c46b235" providerId="LiveId" clId="{8D4CAF09-BB75-44B5-8DA8-4D0831921E97}" dt="2026-07-31T00:03:26.046" v="37" actId="47"/>
        <pc:sldMkLst>
          <pc:docMk/>
          <pc:sldMk cId="2131954224" sldId="273"/>
        </pc:sldMkLst>
      </pc:sldChg>
      <pc:sldChg chg="modSp add mod">
        <pc:chgData name="maulina firtiany" userId="82f77ceb5c46b235" providerId="LiveId" clId="{8D4CAF09-BB75-44B5-8DA8-4D0831921E97}" dt="2026-07-31T05:18:21.795" v="1298" actId="113"/>
        <pc:sldMkLst>
          <pc:docMk/>
          <pc:sldMk cId="3832162232" sldId="273"/>
        </pc:sldMkLst>
        <pc:spChg chg="mod">
          <ac:chgData name="maulina firtiany" userId="82f77ceb5c46b235" providerId="LiveId" clId="{8D4CAF09-BB75-44B5-8DA8-4D0831921E97}" dt="2026-07-31T05:18:18.988" v="1297" actId="113"/>
          <ac:spMkLst>
            <pc:docMk/>
            <pc:sldMk cId="3832162232" sldId="273"/>
            <ac:spMk id="5" creationId="{F40DAF42-C4E7-C4F4-C5F8-BF1FC98C99FE}"/>
          </ac:spMkLst>
        </pc:spChg>
        <pc:spChg chg="mod">
          <ac:chgData name="maulina firtiany" userId="82f77ceb5c46b235" providerId="LiveId" clId="{8D4CAF09-BB75-44B5-8DA8-4D0831921E97}" dt="2026-07-31T05:18:21.795" v="1298" actId="113"/>
          <ac:spMkLst>
            <pc:docMk/>
            <pc:sldMk cId="3832162232" sldId="273"/>
            <ac:spMk id="7" creationId="{6DD09392-B3CF-9152-3D7D-5741A19350B1}"/>
          </ac:spMkLst>
        </pc:spChg>
        <pc:spChg chg="mod">
          <ac:chgData name="maulina firtiany" userId="82f77ceb5c46b235" providerId="LiveId" clId="{8D4CAF09-BB75-44B5-8DA8-4D0831921E97}" dt="2026-07-31T04:48:48.256" v="1070" actId="20577"/>
          <ac:spMkLst>
            <pc:docMk/>
            <pc:sldMk cId="3832162232" sldId="273"/>
            <ac:spMk id="72" creationId="{F4D71C71-FB3C-9B3F-FDF4-7794418C9A85}"/>
          </ac:spMkLst>
        </pc:spChg>
        <pc:picChg chg="mod">
          <ac:chgData name="maulina firtiany" userId="82f77ceb5c46b235" providerId="LiveId" clId="{8D4CAF09-BB75-44B5-8DA8-4D0831921E97}" dt="2026-07-31T04:55:35.931" v="1075" actId="1076"/>
          <ac:picMkLst>
            <pc:docMk/>
            <pc:sldMk cId="3832162232" sldId="273"/>
            <ac:picMk id="2" creationId="{838858A3-6501-FC9F-7E2E-FF6DDFBCB18E}"/>
          </ac:picMkLst>
        </pc:picChg>
        <pc:picChg chg="mod">
          <ac:chgData name="maulina firtiany" userId="82f77ceb5c46b235" providerId="LiveId" clId="{8D4CAF09-BB75-44B5-8DA8-4D0831921E97}" dt="2026-07-31T04:56:08.928" v="1079" actId="1076"/>
          <ac:picMkLst>
            <pc:docMk/>
            <pc:sldMk cId="3832162232" sldId="273"/>
            <ac:picMk id="3" creationId="{3FFA91BD-46CD-52F8-B7C3-E335D6248CD0}"/>
          </ac:picMkLst>
        </pc:picChg>
      </pc:sldChg>
      <pc:sldChg chg="add del">
        <pc:chgData name="maulina firtiany" userId="82f77ceb5c46b235" providerId="LiveId" clId="{8D4CAF09-BB75-44B5-8DA8-4D0831921E97}" dt="2026-07-31T05:10:49.061" v="1245" actId="2890"/>
        <pc:sldMkLst>
          <pc:docMk/>
          <pc:sldMk cId="815964938" sldId="274"/>
        </pc:sldMkLst>
      </pc:sldChg>
      <pc:sldChg chg="delSp modSp new mod">
        <pc:chgData name="maulina firtiany" userId="82f77ceb5c46b235" providerId="LiveId" clId="{8D4CAF09-BB75-44B5-8DA8-4D0831921E97}" dt="2026-07-31T05:17:47.944" v="1294" actId="403"/>
        <pc:sldMkLst>
          <pc:docMk/>
          <pc:sldMk cId="1081947438" sldId="274"/>
        </pc:sldMkLst>
        <pc:spChg chg="del">
          <ac:chgData name="maulina firtiany" userId="82f77ceb5c46b235" providerId="LiveId" clId="{8D4CAF09-BB75-44B5-8DA8-4D0831921E97}" dt="2026-07-31T05:17:33.393" v="1293" actId="478"/>
          <ac:spMkLst>
            <pc:docMk/>
            <pc:sldMk cId="1081947438" sldId="274"/>
            <ac:spMk id="2" creationId="{4FA59A03-FBD7-C741-6DC4-3D4F71D72BA1}"/>
          </ac:spMkLst>
        </pc:spChg>
        <pc:spChg chg="mod">
          <ac:chgData name="maulina firtiany" userId="82f77ceb5c46b235" providerId="LiveId" clId="{8D4CAF09-BB75-44B5-8DA8-4D0831921E97}" dt="2026-07-31T05:17:47.944" v="1294" actId="403"/>
          <ac:spMkLst>
            <pc:docMk/>
            <pc:sldMk cId="1081947438" sldId="274"/>
            <ac:spMk id="3" creationId="{B0EFC5B7-92AF-534D-57C6-4333C0CCC3E7}"/>
          </ac:spMkLst>
        </pc:spChg>
      </pc:sldChg>
      <pc:sldChg chg="new add del">
        <pc:chgData name="maulina firtiany" userId="82f77ceb5c46b235" providerId="LiveId" clId="{8D4CAF09-BB75-44B5-8DA8-4D0831921E97}" dt="2026-07-31T05:10:54.170" v="1247" actId="680"/>
        <pc:sldMkLst>
          <pc:docMk/>
          <pc:sldMk cId="3011049159" sldId="274"/>
        </pc:sldMkLst>
      </pc:sldChg>
      <pc:sldChg chg="add del">
        <pc:chgData name="maulina firtiany" userId="82f77ceb5c46b235" providerId="LiveId" clId="{8D4CAF09-BB75-44B5-8DA8-4D0831921E97}" dt="2026-07-31T05:11:12.819" v="1249" actId="47"/>
        <pc:sldMkLst>
          <pc:docMk/>
          <pc:sldMk cId="3625576819" sldId="274"/>
        </pc:sldMkLst>
      </pc:sldChg>
      <pc:sldChg chg="addSp delSp modSp add mod">
        <pc:chgData name="maulina firtiany" userId="82f77ceb5c46b235" providerId="LiveId" clId="{8D4CAF09-BB75-44B5-8DA8-4D0831921E97}" dt="2026-08-01T05:02:58.579" v="1493" actId="14100"/>
        <pc:sldMkLst>
          <pc:docMk/>
          <pc:sldMk cId="277625042" sldId="275"/>
        </pc:sldMkLst>
        <pc:spChg chg="del mod">
          <ac:chgData name="maulina firtiany" userId="82f77ceb5c46b235" providerId="LiveId" clId="{8D4CAF09-BB75-44B5-8DA8-4D0831921E97}" dt="2026-07-31T21:35:55.461" v="1399"/>
          <ac:spMkLst>
            <pc:docMk/>
            <pc:sldMk cId="277625042" sldId="275"/>
            <ac:spMk id="5" creationId="{57F70AF5-4FF7-CAD7-B511-4A38D4EFDFEA}"/>
          </ac:spMkLst>
        </pc:spChg>
        <pc:spChg chg="del mod">
          <ac:chgData name="maulina firtiany" userId="82f77ceb5c46b235" providerId="LiveId" clId="{8D4CAF09-BB75-44B5-8DA8-4D0831921E97}" dt="2026-08-01T04:59:02.682" v="1473"/>
          <ac:spMkLst>
            <pc:docMk/>
            <pc:sldMk cId="277625042" sldId="275"/>
            <ac:spMk id="7" creationId="{1EE7C603-2F62-78B3-0C82-88CAB2485F41}"/>
          </ac:spMkLst>
        </pc:spChg>
        <pc:spChg chg="add mod">
          <ac:chgData name="maulina firtiany" userId="82f77ceb5c46b235" providerId="LiveId" clId="{8D4CAF09-BB75-44B5-8DA8-4D0831921E97}" dt="2026-08-01T05:02:58.579" v="1493" actId="14100"/>
          <ac:spMkLst>
            <pc:docMk/>
            <pc:sldMk cId="277625042" sldId="275"/>
            <ac:spMk id="8" creationId="{F4E8B4EF-20CE-45E4-172B-7F1216951B73}"/>
          </ac:spMkLst>
        </pc:spChg>
        <pc:spChg chg="mod">
          <ac:chgData name="maulina firtiany" userId="82f77ceb5c46b235" providerId="LiveId" clId="{8D4CAF09-BB75-44B5-8DA8-4D0831921E97}" dt="2026-07-31T18:20:52.286" v="1394" actId="404"/>
          <ac:spMkLst>
            <pc:docMk/>
            <pc:sldMk cId="277625042" sldId="275"/>
            <ac:spMk id="72" creationId="{5C325BE1-05FC-4A86-06B2-B78ED27F36EE}"/>
          </ac:spMkLst>
        </pc:spChg>
        <pc:picChg chg="del">
          <ac:chgData name="maulina firtiany" userId="82f77ceb5c46b235" providerId="LiveId" clId="{8D4CAF09-BB75-44B5-8DA8-4D0831921E97}" dt="2026-07-31T18:21:00.699" v="1395" actId="478"/>
          <ac:picMkLst>
            <pc:docMk/>
            <pc:sldMk cId="277625042" sldId="275"/>
            <ac:picMk id="2" creationId="{14C09712-278E-A8BB-A1FE-3B67C32BB029}"/>
          </ac:picMkLst>
        </pc:picChg>
        <pc:picChg chg="del">
          <ac:chgData name="maulina firtiany" userId="82f77ceb5c46b235" providerId="LiveId" clId="{8D4CAF09-BB75-44B5-8DA8-4D0831921E97}" dt="2026-07-31T18:21:02.209" v="1396" actId="478"/>
          <ac:picMkLst>
            <pc:docMk/>
            <pc:sldMk cId="277625042" sldId="275"/>
            <ac:picMk id="3" creationId="{27F2AB5D-3B92-1046-0A53-B0C41F406901}"/>
          </ac:picMkLst>
        </pc:picChg>
        <pc:picChg chg="add mod">
          <ac:chgData name="maulina firtiany" userId="82f77ceb5c46b235" providerId="LiveId" clId="{8D4CAF09-BB75-44B5-8DA8-4D0831921E97}" dt="2026-08-01T05:02:03.612" v="1487" actId="14100"/>
          <ac:picMkLst>
            <pc:docMk/>
            <pc:sldMk cId="277625042" sldId="275"/>
            <ac:picMk id="4" creationId="{1224AFE9-7D8D-C043-EB9C-9DBB6D2EB1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2" y="0"/>
            <a:ext cx="29829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14412" y="728662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223375"/>
            <a:ext cx="29829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2" y="9223375"/>
            <a:ext cx="29829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114EDE0-41C7-F965-3FFE-8EFFE5A5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>
            <a:extLst>
              <a:ext uri="{FF2B5EF4-FFF2-40B4-BE49-F238E27FC236}">
                <a16:creationId xmlns:a16="http://schemas.microsoft.com/office/drawing/2014/main" id="{8E3F0ABF-A431-D6F5-885A-E0E5959C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:notes">
            <a:extLst>
              <a:ext uri="{FF2B5EF4-FFF2-40B4-BE49-F238E27FC236}">
                <a16:creationId xmlns:a16="http://schemas.microsoft.com/office/drawing/2014/main" id="{BA69DDFF-99FA-BCD0-8511-728C3B50E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48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:notes"/>
          <p:cNvSpPr txBox="1">
            <a:spLocks noGrp="1"/>
          </p:cNvSpPr>
          <p:nvPr>
            <p:ph type="body" idx="1"/>
          </p:nvPr>
        </p:nvSpPr>
        <p:spPr>
          <a:xfrm>
            <a:off x="688975" y="4613275"/>
            <a:ext cx="5505450" cy="4368800"/>
          </a:xfrm>
          <a:prstGeom prst="rect">
            <a:avLst/>
          </a:prstGeom>
        </p:spPr>
        <p:txBody>
          <a:bodyPr spcFirstLastPara="1" wrap="square" lIns="94800" tIns="47400" rIns="94800" bIns="47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728663"/>
            <a:ext cx="485457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ctrTitle"/>
          </p:nvPr>
        </p:nvSpPr>
        <p:spPr>
          <a:xfrm>
            <a:off x="304800" y="2667000"/>
            <a:ext cx="41910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ubTitle" idx="1"/>
          </p:nvPr>
        </p:nvSpPr>
        <p:spPr>
          <a:xfrm>
            <a:off x="152400" y="464820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/>
        </p:nvSpPr>
        <p:spPr>
          <a:xfrm>
            <a:off x="0" y="2057400"/>
            <a:ext cx="4572000" cy="2514600"/>
          </a:xfrm>
          <a:prstGeom prst="rect">
            <a:avLst/>
          </a:prstGeom>
          <a:solidFill>
            <a:srgbClr val="D739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8" descr="INDONESIAN CULTUR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2057400"/>
            <a:ext cx="45720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8" descr="UG1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" y="152400"/>
            <a:ext cx="32004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8" descr="pi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5943600"/>
            <a:ext cx="2514600" cy="71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0" y="-101600"/>
            <a:ext cx="70866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0" descr="FOOTER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483225"/>
            <a:ext cx="9144000" cy="13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0" descr="HEADER1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22237"/>
            <a:ext cx="9144000" cy="141763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0" y="-101600"/>
            <a:ext cx="70866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0" y="-101600"/>
            <a:ext cx="70866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imkopdes-sidorejo.alwaysdata.net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ctrTitle"/>
          </p:nvPr>
        </p:nvSpPr>
        <p:spPr>
          <a:xfrm>
            <a:off x="152400" y="2057400"/>
            <a:ext cx="42672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2400" b="1" dirty="0"/>
              <a:t>MEMBANGUN APLIKASI BERBASIS WEBSITE KOPERASI MERAH PUTIH DESA SIDOREJO PENAJAM PASER UTARA MENGGUNAKAN METODE PROTOTIPE</a:t>
            </a:r>
            <a:endParaRPr sz="360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subTitle" idx="1"/>
          </p:nvPr>
        </p:nvSpPr>
        <p:spPr>
          <a:xfrm>
            <a:off x="152400" y="4648200"/>
            <a:ext cx="8347166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Nama 			: Maulina Firtiany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NPM 			: 50123654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Dosen </a:t>
            </a:r>
            <a:r>
              <a:rPr lang="en-US" sz="20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Pembimbing</a:t>
            </a:r>
            <a:r>
              <a:rPr lang="en-US" sz="2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: Dr. Lulu </a:t>
            </a:r>
            <a:r>
              <a:rPr lang="en-US" sz="20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Chaerani</a:t>
            </a:r>
            <a:r>
              <a:rPr lang="en-US" sz="2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Munggaran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Skom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MMSI.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-6096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LATAR BELAKANG MASALAH</a:t>
            </a:r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body" idx="1"/>
          </p:nvPr>
        </p:nvSpPr>
        <p:spPr>
          <a:xfrm>
            <a:off x="175432" y="1134578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marL="203200" lvl="0" indent="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ID" sz="2000" dirty="0"/>
              <a:t>	</a:t>
            </a:r>
            <a:r>
              <a:rPr lang="en-ID" sz="2000" dirty="0" err="1"/>
              <a:t>Perkembangan</a:t>
            </a:r>
            <a:r>
              <a:rPr lang="en-ID" sz="2000" dirty="0"/>
              <a:t> </a:t>
            </a:r>
            <a:r>
              <a:rPr lang="en-ID" sz="2000" dirty="0" err="1"/>
              <a:t>teknologi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mendorong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, </a:t>
            </a:r>
            <a:r>
              <a:rPr lang="en-ID" sz="2000" dirty="0" err="1"/>
              <a:t>termasuk</a:t>
            </a:r>
            <a:r>
              <a:rPr lang="en-ID" sz="2000" dirty="0"/>
              <a:t> </a:t>
            </a:r>
            <a:r>
              <a:rPr lang="en-ID" sz="2000" dirty="0" err="1"/>
              <a:t>koperasi</a:t>
            </a:r>
            <a:r>
              <a:rPr lang="en-ID" sz="2000" dirty="0"/>
              <a:t>, </a:t>
            </a:r>
            <a:r>
              <a:rPr lang="en-ID" sz="2000" dirty="0" err="1"/>
              <a:t>memanfaatkan</a:t>
            </a:r>
            <a:r>
              <a:rPr lang="en-ID" sz="2000" dirty="0"/>
              <a:t> website </a:t>
            </a:r>
            <a:r>
              <a:rPr lang="en-ID" sz="2000" dirty="0" err="1"/>
              <a:t>sebagai</a:t>
            </a:r>
            <a:r>
              <a:rPr lang="en-ID" sz="2000" dirty="0"/>
              <a:t> media </a:t>
            </a:r>
            <a:r>
              <a:rPr lang="en-ID" sz="2000" dirty="0" err="1"/>
              <a:t>penyampaian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. </a:t>
            </a:r>
            <a:r>
              <a:rPr lang="en-ID" sz="2000" dirty="0" err="1"/>
              <a:t>Koperasi</a:t>
            </a:r>
            <a:r>
              <a:rPr lang="en-ID" sz="2000" dirty="0"/>
              <a:t> Merah Putih Desa </a:t>
            </a:r>
            <a:r>
              <a:rPr lang="en-ID" sz="2000" dirty="0" err="1"/>
              <a:t>Sidorejo</a:t>
            </a:r>
            <a:r>
              <a:rPr lang="en-ID" sz="2000" dirty="0"/>
              <a:t> </a:t>
            </a:r>
            <a:r>
              <a:rPr lang="en-ID" sz="2000" dirty="0" err="1"/>
              <a:t>Penajam</a:t>
            </a:r>
            <a:r>
              <a:rPr lang="en-ID" sz="2000" dirty="0"/>
              <a:t> Paser Utara </a:t>
            </a:r>
            <a:r>
              <a:rPr lang="en-ID" sz="2000" dirty="0" err="1"/>
              <a:t>belum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website </a:t>
            </a:r>
            <a:r>
              <a:rPr lang="en-ID" sz="2000" dirty="0" err="1"/>
              <a:t>mandiri</a:t>
            </a:r>
            <a:r>
              <a:rPr lang="en-ID" sz="2000" dirty="0"/>
              <a:t>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  <a:r>
              <a:rPr lang="en-ID" sz="2000" dirty="0" err="1"/>
              <a:t>penyampaian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kepada</a:t>
            </a:r>
            <a:r>
              <a:rPr lang="en-ID" sz="2000" dirty="0"/>
              <a:t> </a:t>
            </a:r>
            <a:r>
              <a:rPr lang="en-ID" sz="2000" dirty="0" err="1"/>
              <a:t>masyarakat</a:t>
            </a:r>
            <a:r>
              <a:rPr lang="en-ID" sz="2000" dirty="0"/>
              <a:t> dan </a:t>
            </a:r>
            <a:r>
              <a:rPr lang="en-ID" sz="2000" dirty="0" err="1"/>
              <a:t>anggota</a:t>
            </a:r>
            <a:r>
              <a:rPr lang="en-ID" sz="2000" dirty="0"/>
              <a:t> </a:t>
            </a:r>
            <a:r>
              <a:rPr lang="en-ID" sz="2000" dirty="0" err="1"/>
              <a:t>masih</a:t>
            </a:r>
            <a:r>
              <a:rPr lang="en-ID" sz="2000" dirty="0"/>
              <a:t> </a:t>
            </a:r>
            <a:r>
              <a:rPr lang="en-ID" sz="2000" dirty="0" err="1"/>
              <a:t>terbatas</a:t>
            </a:r>
            <a:r>
              <a:rPr lang="en-ID" sz="2000" dirty="0"/>
              <a:t>. </a:t>
            </a:r>
            <a:r>
              <a:rPr lang="en-ID" sz="2000" dirty="0" err="1"/>
              <a:t>Pengembangan</a:t>
            </a:r>
            <a:r>
              <a:rPr lang="en-ID" sz="2000" dirty="0"/>
              <a:t> website </a:t>
            </a:r>
            <a:r>
              <a:rPr lang="en-ID" sz="2000" dirty="0" err="1"/>
              <a:t>dilakukan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kolaboratif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pembagian</a:t>
            </a:r>
            <a:r>
              <a:rPr lang="en-ID" sz="2000" dirty="0"/>
              <a:t> </a:t>
            </a:r>
            <a:r>
              <a:rPr lang="en-ID" sz="2000" dirty="0" err="1"/>
              <a:t>fokus</a:t>
            </a:r>
            <a:r>
              <a:rPr lang="en-ID" sz="2000" dirty="0"/>
              <a:t> </a:t>
            </a:r>
            <a:r>
              <a:rPr lang="en-ID" sz="2000" dirty="0" err="1"/>
              <a:t>perancangan</a:t>
            </a:r>
            <a:r>
              <a:rPr lang="en-ID" sz="2000" dirty="0"/>
              <a:t> </a:t>
            </a:r>
            <a:r>
              <a:rPr lang="en-ID" sz="2000" dirty="0" err="1"/>
              <a:t>tampilan</a:t>
            </a:r>
            <a:r>
              <a:rPr lang="en-ID" sz="2000" dirty="0"/>
              <a:t>, </a:t>
            </a:r>
            <a:r>
              <a:rPr lang="en-ID" sz="2000" dirty="0" err="1"/>
              <a:t>pembuatan</a:t>
            </a:r>
            <a:r>
              <a:rPr lang="en-ID" sz="2000" dirty="0"/>
              <a:t> website, dan </a:t>
            </a:r>
            <a:r>
              <a:rPr lang="en-ID" sz="2000" dirty="0" err="1"/>
              <a:t>pengelolaan</a:t>
            </a:r>
            <a:r>
              <a:rPr lang="en-ID" sz="2000" dirty="0"/>
              <a:t> data </a:t>
            </a:r>
            <a:r>
              <a:rPr lang="en-ID" sz="2000" dirty="0" err="1"/>
              <a:t>penyimpanan</a:t>
            </a:r>
            <a:r>
              <a:rPr lang="en-ID" sz="2000" dirty="0"/>
              <a:t>. </a:t>
            </a:r>
            <a:r>
              <a:rPr lang="en-ID" sz="2000" dirty="0" err="1"/>
              <a:t>Penelitian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berfokus</a:t>
            </a:r>
            <a:r>
              <a:rPr lang="en-ID" sz="2000" dirty="0"/>
              <a:t> pada </a:t>
            </a:r>
            <a:r>
              <a:rPr lang="en-ID" sz="2000" dirty="0" err="1"/>
              <a:t>pembangunan</a:t>
            </a:r>
            <a:r>
              <a:rPr lang="en-ID" sz="2000" dirty="0"/>
              <a:t> </a:t>
            </a:r>
            <a:r>
              <a:rPr lang="en-ID" sz="2000" dirty="0" err="1"/>
              <a:t>aplikasi</a:t>
            </a:r>
            <a:r>
              <a:rPr lang="en-ID" sz="2000" dirty="0"/>
              <a:t> </a:t>
            </a:r>
            <a:r>
              <a:rPr lang="en-ID" sz="2000" dirty="0" err="1"/>
              <a:t>berbasis</a:t>
            </a:r>
            <a:r>
              <a:rPr lang="en-ID" sz="2000" dirty="0"/>
              <a:t> website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dirty="0" err="1"/>
              <a:t>Prototipe</a:t>
            </a:r>
            <a:r>
              <a:rPr lang="en-ID" sz="2000" dirty="0"/>
              <a:t> agar </a:t>
            </a:r>
            <a:r>
              <a:rPr lang="en-ID" sz="2000" dirty="0" err="1"/>
              <a:t>sistem</a:t>
            </a:r>
            <a:r>
              <a:rPr lang="en-ID" sz="2000" dirty="0"/>
              <a:t> yang </a:t>
            </a:r>
            <a:r>
              <a:rPr lang="en-ID" sz="2000" dirty="0" err="1"/>
              <a:t>dihasilkan</a:t>
            </a:r>
            <a:r>
              <a:rPr lang="en-ID" sz="2000" dirty="0"/>
              <a:t>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-685800" y="-152400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RUANG LINGKUP &amp; TUJUAN</a:t>
            </a:r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body" idx="1"/>
          </p:nvPr>
        </p:nvSpPr>
        <p:spPr>
          <a:xfrm>
            <a:off x="304800" y="1532709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ID" sz="2000" dirty="0"/>
              <a:t>Website </a:t>
            </a:r>
            <a:r>
              <a:rPr lang="en-ID" sz="2000" dirty="0" err="1"/>
              <a:t>dibangun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media </a:t>
            </a:r>
            <a:r>
              <a:rPr lang="en-ID" sz="2000" dirty="0" err="1"/>
              <a:t>informasi</a:t>
            </a:r>
            <a:r>
              <a:rPr lang="en-ID" sz="2000" dirty="0"/>
              <a:t> dan </a:t>
            </a:r>
            <a:r>
              <a:rPr lang="en-ID" sz="2000" dirty="0" err="1"/>
              <a:t>profil</a:t>
            </a:r>
            <a:r>
              <a:rPr lang="en-ID" sz="2000" dirty="0"/>
              <a:t> </a:t>
            </a:r>
            <a:r>
              <a:rPr lang="en-ID" sz="2000" dirty="0" err="1"/>
              <a:t>Koperasi</a:t>
            </a:r>
            <a:r>
              <a:rPr lang="en-ID" sz="2000" dirty="0"/>
              <a:t> Merah Putih Desa </a:t>
            </a:r>
            <a:r>
              <a:rPr lang="en-ID" sz="2000" dirty="0" err="1"/>
              <a:t>Sidorejo</a:t>
            </a:r>
            <a:r>
              <a:rPr lang="en-ID" sz="2000" dirty="0"/>
              <a:t> </a:t>
            </a:r>
            <a:r>
              <a:rPr lang="en-ID" sz="2000" dirty="0" err="1"/>
              <a:t>Kabupaten</a:t>
            </a:r>
            <a:r>
              <a:rPr lang="en-ID" sz="2000" dirty="0"/>
              <a:t> </a:t>
            </a:r>
            <a:r>
              <a:rPr lang="en-ID" sz="2000" dirty="0" err="1"/>
              <a:t>Penajam</a:t>
            </a:r>
            <a:r>
              <a:rPr lang="en-ID" sz="2000" dirty="0"/>
              <a:t> Paser Utara.</a:t>
            </a:r>
          </a:p>
          <a:p>
            <a:pPr marL="660400"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ID" sz="2000" dirty="0"/>
              <a:t>Website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mencakup</a:t>
            </a:r>
            <a:r>
              <a:rPr lang="en-ID" sz="2000" dirty="0"/>
              <a:t> </a:t>
            </a:r>
            <a:r>
              <a:rPr lang="en-ID" sz="2000" dirty="0" err="1"/>
              <a:t>fitur</a:t>
            </a:r>
            <a:r>
              <a:rPr lang="en-ID" sz="2000" dirty="0"/>
              <a:t> </a:t>
            </a:r>
            <a:r>
              <a:rPr lang="en-ID" sz="2000" dirty="0" err="1"/>
              <a:t>transaksi</a:t>
            </a:r>
            <a:r>
              <a:rPr lang="en-ID" sz="2000" dirty="0"/>
              <a:t> </a:t>
            </a:r>
            <a:r>
              <a:rPr lang="en-ID" sz="2000" dirty="0" err="1"/>
              <a:t>keuangan</a:t>
            </a:r>
            <a:r>
              <a:rPr lang="en-ID" sz="2000" dirty="0"/>
              <a:t>, </a:t>
            </a:r>
            <a:r>
              <a:rPr lang="en-ID" sz="2000" dirty="0" err="1"/>
              <a:t>simpan</a:t>
            </a:r>
            <a:r>
              <a:rPr lang="en-ID" sz="2000" dirty="0"/>
              <a:t> </a:t>
            </a:r>
            <a:r>
              <a:rPr lang="en-ID" sz="2000" dirty="0" err="1"/>
              <a:t>pinjam</a:t>
            </a:r>
            <a:r>
              <a:rPr lang="en-ID" sz="2000" dirty="0"/>
              <a:t>, </a:t>
            </a:r>
            <a:r>
              <a:rPr lang="en-ID" sz="2000" dirty="0" err="1"/>
              <a:t>pembayaran</a:t>
            </a:r>
            <a:r>
              <a:rPr lang="en-ID" sz="2000" dirty="0"/>
              <a:t> </a:t>
            </a:r>
            <a:r>
              <a:rPr lang="en-ID" sz="2000" i="1" dirty="0"/>
              <a:t>online</a:t>
            </a:r>
            <a:r>
              <a:rPr lang="en-ID" sz="2000" dirty="0"/>
              <a:t>, </a:t>
            </a:r>
            <a:r>
              <a:rPr lang="en-ID" sz="2000" dirty="0" err="1"/>
              <a:t>maupun</a:t>
            </a:r>
            <a:r>
              <a:rPr lang="en-ID" sz="2000" dirty="0"/>
              <a:t> </a:t>
            </a:r>
            <a:r>
              <a:rPr lang="en-ID" sz="2000" dirty="0" err="1"/>
              <a:t>pengelolaan</a:t>
            </a:r>
            <a:r>
              <a:rPr lang="en-ID" sz="2000" dirty="0"/>
              <a:t> </a:t>
            </a:r>
            <a:r>
              <a:rPr lang="en-ID" sz="2000" dirty="0" err="1"/>
              <a:t>keuangan</a:t>
            </a:r>
            <a:r>
              <a:rPr lang="en-ID" sz="2000" dirty="0"/>
              <a:t> </a:t>
            </a:r>
            <a:r>
              <a:rPr lang="en-ID" sz="2000" dirty="0" err="1"/>
              <a:t>koperasi</a:t>
            </a:r>
            <a:r>
              <a:rPr lang="en-ID" sz="2000" dirty="0"/>
              <a:t>.</a:t>
            </a:r>
          </a:p>
          <a:p>
            <a:pPr marL="660400"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ID" sz="2000" dirty="0"/>
              <a:t>Website </a:t>
            </a:r>
            <a:r>
              <a:rPr lang="en-ID" sz="2000" dirty="0" err="1"/>
              <a:t>dibangun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HTML, CSS, JavaScript, PHP, </a:t>
            </a:r>
            <a:r>
              <a:rPr lang="en-ID" sz="2000" dirty="0" err="1"/>
              <a:t>dengan</a:t>
            </a:r>
            <a:r>
              <a:rPr lang="en-ID" sz="2000" dirty="0"/>
              <a:t> MySQL </a:t>
            </a:r>
            <a:r>
              <a:rPr lang="en-ID" sz="2000" dirty="0" err="1"/>
              <a:t>sebagai</a:t>
            </a:r>
            <a:r>
              <a:rPr lang="en-ID" sz="2000" dirty="0"/>
              <a:t> basis data.</a:t>
            </a:r>
          </a:p>
          <a:p>
            <a:pPr marL="660400"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ID" sz="2000" dirty="0"/>
              <a:t>Website </a:t>
            </a:r>
            <a:r>
              <a:rPr lang="en-ID" sz="2000" dirty="0" err="1"/>
              <a:t>memiliki</a:t>
            </a:r>
            <a:r>
              <a:rPr lang="en-ID" sz="2000" dirty="0"/>
              <a:t> dua </a:t>
            </a:r>
            <a:r>
              <a:rPr lang="en-ID" sz="2000" dirty="0" err="1"/>
              <a:t>jenis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, </a:t>
            </a:r>
            <a:r>
              <a:rPr lang="en-ID" sz="2000" dirty="0" err="1"/>
              <a:t>yaitu</a:t>
            </a:r>
            <a:r>
              <a:rPr lang="en-ID" sz="2000" dirty="0"/>
              <a:t> Admin dan </a:t>
            </a:r>
            <a:r>
              <a:rPr lang="en-ID" sz="2000" dirty="0" err="1"/>
              <a:t>Pengunjung</a:t>
            </a:r>
            <a:r>
              <a:rPr lang="en-ID" sz="2000" dirty="0"/>
              <a:t>. </a:t>
            </a:r>
          </a:p>
        </p:txBody>
      </p:sp>
      <p:sp>
        <p:nvSpPr>
          <p:cNvPr id="53" name="Google Shape;53;p3"/>
          <p:cNvSpPr txBox="1"/>
          <p:nvPr/>
        </p:nvSpPr>
        <p:spPr>
          <a:xfrm>
            <a:off x="304800" y="662779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BATASAN MASALAH</a:t>
            </a:r>
            <a:endParaRPr dirty="0"/>
          </a:p>
        </p:txBody>
      </p:sp>
      <p:sp>
        <p:nvSpPr>
          <p:cNvPr id="2" name="Google Shape;53;p3">
            <a:extLst>
              <a:ext uri="{FF2B5EF4-FFF2-40B4-BE49-F238E27FC236}">
                <a16:creationId xmlns:a16="http://schemas.microsoft.com/office/drawing/2014/main" id="{E14D3B23-8163-C3D4-F621-15D633FE9876}"/>
              </a:ext>
            </a:extLst>
          </p:cNvPr>
          <p:cNvSpPr txBox="1"/>
          <p:nvPr/>
        </p:nvSpPr>
        <p:spPr>
          <a:xfrm>
            <a:off x="304800" y="3746542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TUJUAN</a:t>
            </a:r>
            <a:endParaRPr dirty="0"/>
          </a:p>
        </p:txBody>
      </p:sp>
      <p:sp>
        <p:nvSpPr>
          <p:cNvPr id="3" name="Google Shape;50;p3">
            <a:extLst>
              <a:ext uri="{FF2B5EF4-FFF2-40B4-BE49-F238E27FC236}">
                <a16:creationId xmlns:a16="http://schemas.microsoft.com/office/drawing/2014/main" id="{63A058F4-8D62-E775-8A5C-E7F7FB996F1B}"/>
              </a:ext>
            </a:extLst>
          </p:cNvPr>
          <p:cNvSpPr txBox="1">
            <a:spLocks/>
          </p:cNvSpPr>
          <p:nvPr/>
        </p:nvSpPr>
        <p:spPr>
          <a:xfrm>
            <a:off x="304800" y="4558937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03200" indent="0" algn="just">
              <a:spcBef>
                <a:spcPts val="0"/>
              </a:spcBef>
              <a:buSzPct val="100000"/>
              <a:buNone/>
            </a:pPr>
            <a:r>
              <a:rPr lang="en-ID" sz="2000" dirty="0" err="1"/>
              <a:t>Membangun</a:t>
            </a:r>
            <a:r>
              <a:rPr lang="en-ID" sz="2000" dirty="0"/>
              <a:t> </a:t>
            </a:r>
            <a:r>
              <a:rPr lang="en-ID" sz="2000" dirty="0" err="1"/>
              <a:t>aplikasi</a:t>
            </a:r>
            <a:r>
              <a:rPr lang="en-ID" sz="2000" dirty="0"/>
              <a:t> </a:t>
            </a:r>
            <a:r>
              <a:rPr lang="en-ID" sz="2000" dirty="0" err="1"/>
              <a:t>berbasis</a:t>
            </a:r>
            <a:r>
              <a:rPr lang="en-ID" sz="2000" dirty="0"/>
              <a:t> website </a:t>
            </a:r>
            <a:r>
              <a:rPr lang="en-ID" sz="2000" dirty="0" err="1"/>
              <a:t>Koperasi</a:t>
            </a:r>
            <a:r>
              <a:rPr lang="en-ID" sz="2000" dirty="0"/>
              <a:t> Merah Putih Desa </a:t>
            </a:r>
            <a:r>
              <a:rPr lang="en-ID" sz="2000" dirty="0" err="1"/>
              <a:t>Sidorejo</a:t>
            </a:r>
            <a:r>
              <a:rPr lang="en-ID" sz="2000" dirty="0"/>
              <a:t> </a:t>
            </a:r>
            <a:r>
              <a:rPr lang="en-ID" sz="2000" dirty="0" err="1"/>
              <a:t>Penajam</a:t>
            </a:r>
            <a:r>
              <a:rPr lang="en-ID" sz="2000" dirty="0"/>
              <a:t> Paser Utara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dirty="0" err="1"/>
              <a:t>Prototipe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dirty="0" err="1"/>
              <a:t>pengembangan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>
            <a:spLocks noGrp="1"/>
          </p:cNvSpPr>
          <p:nvPr>
            <p:ph type="title"/>
          </p:nvPr>
        </p:nvSpPr>
        <p:spPr>
          <a:xfrm>
            <a:off x="-685800" y="-152400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METODE PENELITIAN</a:t>
            </a:r>
            <a:endParaRPr dirty="0"/>
          </a:p>
        </p:txBody>
      </p:sp>
      <p:sp>
        <p:nvSpPr>
          <p:cNvPr id="60" name="Google Shape;60;p4"/>
          <p:cNvSpPr txBox="1"/>
          <p:nvPr/>
        </p:nvSpPr>
        <p:spPr>
          <a:xfrm>
            <a:off x="241384" y="629376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ts val="2592"/>
              </a:lnSpc>
            </a:pPr>
            <a:r>
              <a:rPr lang="en-US" sz="1800" b="1" dirty="0">
                <a:latin typeface="Arial Bold"/>
                <a:ea typeface="Arial Bold"/>
                <a:cs typeface="Arial Bold"/>
                <a:sym typeface="Arial Bold"/>
              </a:rPr>
              <a:t>Software Development Life Cycle (SDLC) — Model </a:t>
            </a:r>
            <a:r>
              <a:rPr lang="en-US" sz="1800" b="1" dirty="0" err="1">
                <a:latin typeface="Arial Bold"/>
                <a:ea typeface="Arial Bold"/>
                <a:cs typeface="Arial Bold"/>
                <a:sym typeface="Arial Bold"/>
              </a:rPr>
              <a:t>Prototipe</a:t>
            </a:r>
            <a:endParaRPr lang="en-US" sz="1800" b="1" dirty="0"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1" name="Google Shape;61;p4"/>
          <p:cNvSpPr txBox="1">
            <a:spLocks noGrp="1"/>
          </p:cNvSpPr>
          <p:nvPr>
            <p:ph type="body" idx="1"/>
          </p:nvPr>
        </p:nvSpPr>
        <p:spPr>
          <a:xfrm>
            <a:off x="2214245" y="1569088"/>
            <a:ext cx="6688371" cy="335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>
              <a:spcBef>
                <a:spcPts val="0"/>
              </a:spcBef>
              <a:buSzPct val="100000"/>
              <a:buAutoNum type="arabicPeriod"/>
            </a:pPr>
            <a:r>
              <a:rPr lang="en-ID" sz="1600" dirty="0">
                <a:solidFill>
                  <a:srgbClr val="0070C0"/>
                </a:solidFill>
              </a:rPr>
              <a:t>Communication</a:t>
            </a:r>
          </a:p>
          <a:p>
            <a:pPr marL="546100" lvl="0">
              <a:spcBef>
                <a:spcPts val="0"/>
              </a:spcBef>
              <a:buSzPct val="100000"/>
              <a:buAutoNum type="arabicPeriod"/>
            </a:pPr>
            <a:endParaRPr lang="en-ID" sz="1600" dirty="0">
              <a:solidFill>
                <a:srgbClr val="0070C0"/>
              </a:solidFill>
            </a:endParaRPr>
          </a:p>
          <a:p>
            <a:pPr marL="203200" lvl="0" indent="0">
              <a:spcBef>
                <a:spcPts val="0"/>
              </a:spcBef>
              <a:buSzPct val="100000"/>
              <a:buNone/>
            </a:pPr>
            <a:endParaRPr lang="en-ID" sz="1600" dirty="0">
              <a:solidFill>
                <a:srgbClr val="0070C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i="1" dirty="0"/>
              <a:t>2. </a:t>
            </a:r>
            <a:r>
              <a:rPr lang="en-ID" sz="1600" i="1" dirty="0">
                <a:solidFill>
                  <a:srgbClr val="7030A0"/>
                </a:solidFill>
              </a:rPr>
              <a:t>Quick Plan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chemeClr val="tx1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chemeClr val="tx1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i="1" dirty="0">
                <a:solidFill>
                  <a:schemeClr val="tx1"/>
                </a:solidFill>
              </a:rPr>
              <a:t>3. </a:t>
            </a:r>
            <a:r>
              <a:rPr lang="en-ID" sz="1600" i="1" dirty="0">
                <a:solidFill>
                  <a:srgbClr val="00B050"/>
                </a:solidFill>
              </a:rPr>
              <a:t>Quick Plan 2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rgbClr val="00B05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rgbClr val="00B05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i="1" dirty="0">
                <a:solidFill>
                  <a:schemeClr val="tx1"/>
                </a:solidFill>
              </a:rPr>
              <a:t>4. </a:t>
            </a:r>
            <a:r>
              <a:rPr lang="en-ID" sz="1600" i="1" dirty="0" err="1">
                <a:solidFill>
                  <a:srgbClr val="FFC000"/>
                </a:solidFill>
              </a:rPr>
              <a:t>Modeling</a:t>
            </a:r>
            <a:r>
              <a:rPr lang="en-ID" sz="1600" i="1" dirty="0">
                <a:solidFill>
                  <a:srgbClr val="FFC000"/>
                </a:solidFill>
              </a:rPr>
              <a:t> Quick </a:t>
            </a:r>
            <a:r>
              <a:rPr lang="en-ID" sz="1600" i="1" dirty="0" err="1">
                <a:solidFill>
                  <a:srgbClr val="FFC000"/>
                </a:solidFill>
              </a:rPr>
              <a:t>Sesign</a:t>
            </a:r>
            <a:endParaRPr lang="en-ID" sz="1600" i="1" dirty="0">
              <a:solidFill>
                <a:srgbClr val="FFC00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rgbClr val="FFC00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i="1" dirty="0"/>
              <a:t>5. </a:t>
            </a:r>
            <a:r>
              <a:rPr lang="en-ID" sz="1600" i="1" dirty="0" err="1">
                <a:solidFill>
                  <a:srgbClr val="C00000"/>
                </a:solidFill>
              </a:rPr>
              <a:t>Contruction</a:t>
            </a:r>
            <a:r>
              <a:rPr lang="en-ID" sz="1600" i="1" dirty="0">
                <a:solidFill>
                  <a:srgbClr val="C00000"/>
                </a:solidFill>
              </a:rPr>
              <a:t> of Prototype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rgbClr val="C0000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D" sz="1600" i="1" dirty="0">
              <a:solidFill>
                <a:srgbClr val="C00000"/>
              </a:solidFill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i="1" dirty="0"/>
              <a:t>6. </a:t>
            </a:r>
            <a:r>
              <a:rPr lang="en-ID" sz="1600" i="1" dirty="0">
                <a:solidFill>
                  <a:schemeClr val="tx2">
                    <a:lumMod val="50000"/>
                  </a:schemeClr>
                </a:solidFill>
              </a:rPr>
              <a:t>Deployment Delivery and Feedback</a:t>
            </a:r>
            <a:endParaRPr lang="en-ID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CA1EFEE9-CE73-31CF-5DA1-FD799A17D7ED}"/>
              </a:ext>
            </a:extLst>
          </p:cNvPr>
          <p:cNvGrpSpPr/>
          <p:nvPr/>
        </p:nvGrpSpPr>
        <p:grpSpPr>
          <a:xfrm>
            <a:off x="435209" y="1589216"/>
            <a:ext cx="1750459" cy="400704"/>
            <a:chOff x="0" y="0"/>
            <a:chExt cx="648318" cy="148409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0D203527-658B-7DA5-9A1B-8ABA74B9012F}"/>
                </a:ext>
              </a:extLst>
            </p:cNvPr>
            <p:cNvSpPr/>
            <p:nvPr/>
          </p:nvSpPr>
          <p:spPr>
            <a:xfrm>
              <a:off x="0" y="0"/>
              <a:ext cx="648318" cy="148409"/>
            </a:xfrm>
            <a:custGeom>
              <a:avLst/>
              <a:gdLst/>
              <a:ahLst/>
              <a:cxnLst/>
              <a:rect l="l" t="t" r="r" b="b"/>
              <a:pathLst>
                <a:path w="648318" h="148409">
                  <a:moveTo>
                    <a:pt x="44228" y="0"/>
                  </a:moveTo>
                  <a:lnTo>
                    <a:pt x="604090" y="0"/>
                  </a:lnTo>
                  <a:cubicBezTo>
                    <a:pt x="615820" y="0"/>
                    <a:pt x="627070" y="4660"/>
                    <a:pt x="635364" y="12954"/>
                  </a:cubicBezTo>
                  <a:cubicBezTo>
                    <a:pt x="643659" y="21248"/>
                    <a:pt x="648318" y="32498"/>
                    <a:pt x="648318" y="44228"/>
                  </a:cubicBezTo>
                  <a:lnTo>
                    <a:pt x="648318" y="104181"/>
                  </a:lnTo>
                  <a:cubicBezTo>
                    <a:pt x="648318" y="128607"/>
                    <a:pt x="628517" y="148409"/>
                    <a:pt x="604090" y="148409"/>
                  </a:cubicBezTo>
                  <a:lnTo>
                    <a:pt x="44228" y="148409"/>
                  </a:lnTo>
                  <a:cubicBezTo>
                    <a:pt x="19802" y="148409"/>
                    <a:pt x="0" y="128607"/>
                    <a:pt x="0" y="104181"/>
                  </a:cubicBezTo>
                  <a:lnTo>
                    <a:pt x="0" y="44228"/>
                  </a:lnTo>
                  <a:cubicBezTo>
                    <a:pt x="0" y="19802"/>
                    <a:pt x="19802" y="0"/>
                    <a:pt x="44228" y="0"/>
                  </a:cubicBezTo>
                  <a:close/>
                </a:path>
              </a:pathLst>
            </a:custGeom>
            <a:solidFill>
              <a:srgbClr val="0A62C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14">
              <a:extLst>
                <a:ext uri="{FF2B5EF4-FFF2-40B4-BE49-F238E27FC236}">
                  <a16:creationId xmlns:a16="http://schemas.microsoft.com/office/drawing/2014/main" id="{FF124994-2807-5C90-7C60-0FFC251D71E7}"/>
                </a:ext>
              </a:extLst>
            </p:cNvPr>
            <p:cNvSpPr txBox="1"/>
            <p:nvPr/>
          </p:nvSpPr>
          <p:spPr>
            <a:xfrm>
              <a:off x="0" y="-19050"/>
              <a:ext cx="648318" cy="167459"/>
            </a:xfrm>
            <a:prstGeom prst="rect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Communication</a:t>
              </a:r>
              <a:endParaRPr lang="en-US" sz="1399" b="1" u="none" strike="noStrike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6" name="AutoShape 15">
            <a:extLst>
              <a:ext uri="{FF2B5EF4-FFF2-40B4-BE49-F238E27FC236}">
                <a16:creationId xmlns:a16="http://schemas.microsoft.com/office/drawing/2014/main" id="{418C2EC4-BA1B-AE65-905B-06D75AAD7DD5}"/>
              </a:ext>
            </a:extLst>
          </p:cNvPr>
          <p:cNvSpPr/>
          <p:nvPr/>
        </p:nvSpPr>
        <p:spPr>
          <a:xfrm flipH="1">
            <a:off x="1288869" y="1980469"/>
            <a:ext cx="40620" cy="38891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10" name="Group 19">
            <a:extLst>
              <a:ext uri="{FF2B5EF4-FFF2-40B4-BE49-F238E27FC236}">
                <a16:creationId xmlns:a16="http://schemas.microsoft.com/office/drawing/2014/main" id="{AD7E70CA-6958-A752-6DE8-32404B6D8950}"/>
              </a:ext>
            </a:extLst>
          </p:cNvPr>
          <p:cNvGrpSpPr/>
          <p:nvPr/>
        </p:nvGrpSpPr>
        <p:grpSpPr>
          <a:xfrm>
            <a:off x="463785" y="3516226"/>
            <a:ext cx="1750460" cy="555802"/>
            <a:chOff x="-71798" y="-39800"/>
            <a:chExt cx="648318" cy="167459"/>
          </a:xfrm>
        </p:grpSpPr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5DB96628-975F-7775-3C6F-B313AD565E80}"/>
                </a:ext>
              </a:extLst>
            </p:cNvPr>
            <p:cNvSpPr/>
            <p:nvPr/>
          </p:nvSpPr>
          <p:spPr>
            <a:xfrm>
              <a:off x="-71798" y="-34548"/>
              <a:ext cx="648318" cy="148409"/>
            </a:xfrm>
            <a:custGeom>
              <a:avLst/>
              <a:gdLst/>
              <a:ahLst/>
              <a:cxnLst/>
              <a:rect l="l" t="t" r="r" b="b"/>
              <a:pathLst>
                <a:path w="648318" h="148409">
                  <a:moveTo>
                    <a:pt x="44228" y="0"/>
                  </a:moveTo>
                  <a:lnTo>
                    <a:pt x="604090" y="0"/>
                  </a:lnTo>
                  <a:cubicBezTo>
                    <a:pt x="615820" y="0"/>
                    <a:pt x="627070" y="4660"/>
                    <a:pt x="635364" y="12954"/>
                  </a:cubicBezTo>
                  <a:cubicBezTo>
                    <a:pt x="643659" y="21248"/>
                    <a:pt x="648318" y="32498"/>
                    <a:pt x="648318" y="44228"/>
                  </a:cubicBezTo>
                  <a:lnTo>
                    <a:pt x="648318" y="104181"/>
                  </a:lnTo>
                  <a:cubicBezTo>
                    <a:pt x="648318" y="128607"/>
                    <a:pt x="628517" y="148409"/>
                    <a:pt x="604090" y="148409"/>
                  </a:cubicBezTo>
                  <a:lnTo>
                    <a:pt x="44228" y="148409"/>
                  </a:lnTo>
                  <a:cubicBezTo>
                    <a:pt x="19802" y="148409"/>
                    <a:pt x="0" y="128607"/>
                    <a:pt x="0" y="104181"/>
                  </a:cubicBezTo>
                  <a:lnTo>
                    <a:pt x="0" y="44228"/>
                  </a:lnTo>
                  <a:cubicBezTo>
                    <a:pt x="0" y="19802"/>
                    <a:pt x="19802" y="0"/>
                    <a:pt x="44228" y="0"/>
                  </a:cubicBezTo>
                  <a:close/>
                </a:path>
              </a:pathLst>
            </a:custGeom>
            <a:solidFill>
              <a:srgbClr val="FCA90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5FD58E1B-0680-E199-1209-48C4D2D6CAC7}"/>
                </a:ext>
              </a:extLst>
            </p:cNvPr>
            <p:cNvSpPr txBox="1"/>
            <p:nvPr/>
          </p:nvSpPr>
          <p:spPr>
            <a:xfrm>
              <a:off x="-71798" y="-39800"/>
              <a:ext cx="648318" cy="16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Modeling Quick Design</a:t>
              </a:r>
            </a:p>
          </p:txBody>
        </p:sp>
      </p:grpSp>
      <p:sp>
        <p:nvSpPr>
          <p:cNvPr id="15" name="TextBox 24">
            <a:extLst>
              <a:ext uri="{FF2B5EF4-FFF2-40B4-BE49-F238E27FC236}">
                <a16:creationId xmlns:a16="http://schemas.microsoft.com/office/drawing/2014/main" id="{7C3427C2-2707-848D-AA32-21E401CB5094}"/>
              </a:ext>
            </a:extLst>
          </p:cNvPr>
          <p:cNvSpPr txBox="1"/>
          <p:nvPr/>
        </p:nvSpPr>
        <p:spPr>
          <a:xfrm>
            <a:off x="670524" y="3556428"/>
            <a:ext cx="1750459" cy="45213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endParaRPr lang="en-US" sz="1399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6" name="Group 25">
            <a:extLst>
              <a:ext uri="{FF2B5EF4-FFF2-40B4-BE49-F238E27FC236}">
                <a16:creationId xmlns:a16="http://schemas.microsoft.com/office/drawing/2014/main" id="{F61DB8BD-0DCE-A5B4-B13F-2671B4D1240E}"/>
              </a:ext>
            </a:extLst>
          </p:cNvPr>
          <p:cNvGrpSpPr/>
          <p:nvPr/>
        </p:nvGrpSpPr>
        <p:grpSpPr>
          <a:xfrm>
            <a:off x="454259" y="4228802"/>
            <a:ext cx="1759987" cy="452139"/>
            <a:chOff x="0" y="-9525"/>
            <a:chExt cx="651847" cy="167459"/>
          </a:xfrm>
        </p:grpSpPr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34F6537E-F442-36C8-4EF8-F3187E8D485E}"/>
                </a:ext>
              </a:extLst>
            </p:cNvPr>
            <p:cNvSpPr/>
            <p:nvPr/>
          </p:nvSpPr>
          <p:spPr>
            <a:xfrm>
              <a:off x="0" y="0"/>
              <a:ext cx="648318" cy="148409"/>
            </a:xfrm>
            <a:custGeom>
              <a:avLst/>
              <a:gdLst/>
              <a:ahLst/>
              <a:cxnLst/>
              <a:rect l="l" t="t" r="r" b="b"/>
              <a:pathLst>
                <a:path w="648318" h="148409">
                  <a:moveTo>
                    <a:pt x="44228" y="0"/>
                  </a:moveTo>
                  <a:lnTo>
                    <a:pt x="604090" y="0"/>
                  </a:lnTo>
                  <a:cubicBezTo>
                    <a:pt x="615820" y="0"/>
                    <a:pt x="627070" y="4660"/>
                    <a:pt x="635364" y="12954"/>
                  </a:cubicBezTo>
                  <a:cubicBezTo>
                    <a:pt x="643659" y="21248"/>
                    <a:pt x="648318" y="32498"/>
                    <a:pt x="648318" y="44228"/>
                  </a:cubicBezTo>
                  <a:lnTo>
                    <a:pt x="648318" y="104181"/>
                  </a:lnTo>
                  <a:cubicBezTo>
                    <a:pt x="648318" y="128607"/>
                    <a:pt x="628517" y="148409"/>
                    <a:pt x="604090" y="148409"/>
                  </a:cubicBezTo>
                  <a:lnTo>
                    <a:pt x="44228" y="148409"/>
                  </a:lnTo>
                  <a:cubicBezTo>
                    <a:pt x="19802" y="148409"/>
                    <a:pt x="0" y="128607"/>
                    <a:pt x="0" y="104181"/>
                  </a:cubicBezTo>
                  <a:lnTo>
                    <a:pt x="0" y="44228"/>
                  </a:lnTo>
                  <a:cubicBezTo>
                    <a:pt x="0" y="19802"/>
                    <a:pt x="19802" y="0"/>
                    <a:pt x="44228" y="0"/>
                  </a:cubicBezTo>
                  <a:close/>
                </a:path>
              </a:pathLst>
            </a:custGeom>
            <a:solidFill>
              <a:srgbClr val="E1396A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27">
              <a:extLst>
                <a:ext uri="{FF2B5EF4-FFF2-40B4-BE49-F238E27FC236}">
                  <a16:creationId xmlns:a16="http://schemas.microsoft.com/office/drawing/2014/main" id="{E114C363-6868-F691-0090-95FE0EB31675}"/>
                </a:ext>
              </a:extLst>
            </p:cNvPr>
            <p:cNvSpPr txBox="1"/>
            <p:nvPr/>
          </p:nvSpPr>
          <p:spPr>
            <a:xfrm>
              <a:off x="3529" y="-9525"/>
              <a:ext cx="648318" cy="16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Construction of Prototype</a:t>
              </a:r>
              <a:endParaRPr lang="en-US" sz="1399" b="1" dirty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19" name="Group 25">
            <a:extLst>
              <a:ext uri="{FF2B5EF4-FFF2-40B4-BE49-F238E27FC236}">
                <a16:creationId xmlns:a16="http://schemas.microsoft.com/office/drawing/2014/main" id="{1F04CFE9-8DA2-1446-48D5-B238A5D5C672}"/>
              </a:ext>
            </a:extLst>
          </p:cNvPr>
          <p:cNvGrpSpPr/>
          <p:nvPr/>
        </p:nvGrpSpPr>
        <p:grpSpPr>
          <a:xfrm>
            <a:off x="454259" y="4923134"/>
            <a:ext cx="1750459" cy="678309"/>
            <a:chOff x="20178" y="-87268"/>
            <a:chExt cx="648318" cy="251226"/>
          </a:xfrm>
          <a:solidFill>
            <a:schemeClr val="tx2">
              <a:lumMod val="75000"/>
            </a:schemeClr>
          </a:solidFill>
        </p:grpSpPr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F2731D8D-D30D-B3A9-FBBD-A4A8CB6EB9A6}"/>
                </a:ext>
              </a:extLst>
            </p:cNvPr>
            <p:cNvSpPr/>
            <p:nvPr/>
          </p:nvSpPr>
          <p:spPr>
            <a:xfrm>
              <a:off x="20178" y="-87268"/>
              <a:ext cx="648318" cy="251226"/>
            </a:xfrm>
            <a:custGeom>
              <a:avLst/>
              <a:gdLst/>
              <a:ahLst/>
              <a:cxnLst/>
              <a:rect l="l" t="t" r="r" b="b"/>
              <a:pathLst>
                <a:path w="648318" h="148409">
                  <a:moveTo>
                    <a:pt x="44228" y="0"/>
                  </a:moveTo>
                  <a:lnTo>
                    <a:pt x="604090" y="0"/>
                  </a:lnTo>
                  <a:cubicBezTo>
                    <a:pt x="615820" y="0"/>
                    <a:pt x="627070" y="4660"/>
                    <a:pt x="635364" y="12954"/>
                  </a:cubicBezTo>
                  <a:cubicBezTo>
                    <a:pt x="643659" y="21248"/>
                    <a:pt x="648318" y="32498"/>
                    <a:pt x="648318" y="44228"/>
                  </a:cubicBezTo>
                  <a:lnTo>
                    <a:pt x="648318" y="104181"/>
                  </a:lnTo>
                  <a:cubicBezTo>
                    <a:pt x="648318" y="128607"/>
                    <a:pt x="628517" y="148409"/>
                    <a:pt x="604090" y="148409"/>
                  </a:cubicBezTo>
                  <a:lnTo>
                    <a:pt x="44228" y="148409"/>
                  </a:lnTo>
                  <a:cubicBezTo>
                    <a:pt x="19802" y="148409"/>
                    <a:pt x="0" y="128607"/>
                    <a:pt x="0" y="104181"/>
                  </a:cubicBezTo>
                  <a:lnTo>
                    <a:pt x="0" y="44228"/>
                  </a:lnTo>
                  <a:cubicBezTo>
                    <a:pt x="0" y="19802"/>
                    <a:pt x="19802" y="0"/>
                    <a:pt x="44228" y="0"/>
                  </a:cubicBezTo>
                  <a:close/>
                </a:path>
              </a:pathLst>
            </a:custGeom>
            <a:grpFill/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7">
              <a:extLst>
                <a:ext uri="{FF2B5EF4-FFF2-40B4-BE49-F238E27FC236}">
                  <a16:creationId xmlns:a16="http://schemas.microsoft.com/office/drawing/2014/main" id="{9629BF6A-1440-DE45-265D-908E5440CED1}"/>
                </a:ext>
              </a:extLst>
            </p:cNvPr>
            <p:cNvSpPr txBox="1"/>
            <p:nvPr/>
          </p:nvSpPr>
          <p:spPr>
            <a:xfrm>
              <a:off x="35892" y="-42904"/>
              <a:ext cx="579745" cy="16249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 Delivery and Feedback</a:t>
              </a:r>
              <a:endParaRPr lang="en-US" sz="1399" b="1" dirty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507412EE-E745-07DC-0931-65F6BC306F8D}"/>
              </a:ext>
            </a:extLst>
          </p:cNvPr>
          <p:cNvGrpSpPr/>
          <p:nvPr/>
        </p:nvGrpSpPr>
        <p:grpSpPr>
          <a:xfrm>
            <a:off x="422181" y="2226315"/>
            <a:ext cx="1750459" cy="400704"/>
            <a:chOff x="0" y="0"/>
            <a:chExt cx="648318" cy="148409"/>
          </a:xfrm>
        </p:grpSpPr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E602550A-7330-6C27-4764-D0B778E367A6}"/>
                </a:ext>
              </a:extLst>
            </p:cNvPr>
            <p:cNvSpPr/>
            <p:nvPr/>
          </p:nvSpPr>
          <p:spPr>
            <a:xfrm>
              <a:off x="0" y="0"/>
              <a:ext cx="648318" cy="148409"/>
            </a:xfrm>
            <a:custGeom>
              <a:avLst/>
              <a:gdLst/>
              <a:ahLst/>
              <a:cxnLst/>
              <a:rect l="l" t="t" r="r" b="b"/>
              <a:pathLst>
                <a:path w="648318" h="148409">
                  <a:moveTo>
                    <a:pt x="44228" y="0"/>
                  </a:moveTo>
                  <a:lnTo>
                    <a:pt x="604090" y="0"/>
                  </a:lnTo>
                  <a:cubicBezTo>
                    <a:pt x="615820" y="0"/>
                    <a:pt x="627070" y="4660"/>
                    <a:pt x="635364" y="12954"/>
                  </a:cubicBezTo>
                  <a:cubicBezTo>
                    <a:pt x="643659" y="21248"/>
                    <a:pt x="648318" y="32498"/>
                    <a:pt x="648318" y="44228"/>
                  </a:cubicBezTo>
                  <a:lnTo>
                    <a:pt x="648318" y="104181"/>
                  </a:lnTo>
                  <a:cubicBezTo>
                    <a:pt x="648318" y="128607"/>
                    <a:pt x="628517" y="148409"/>
                    <a:pt x="604090" y="148409"/>
                  </a:cubicBezTo>
                  <a:lnTo>
                    <a:pt x="44228" y="148409"/>
                  </a:lnTo>
                  <a:cubicBezTo>
                    <a:pt x="19802" y="148409"/>
                    <a:pt x="0" y="128607"/>
                    <a:pt x="0" y="104181"/>
                  </a:cubicBezTo>
                  <a:lnTo>
                    <a:pt x="0" y="44228"/>
                  </a:lnTo>
                  <a:cubicBezTo>
                    <a:pt x="0" y="19802"/>
                    <a:pt x="19802" y="0"/>
                    <a:pt x="44228" y="0"/>
                  </a:cubicBezTo>
                  <a:close/>
                </a:path>
              </a:pathLst>
            </a:custGeom>
            <a:solidFill>
              <a:srgbClr val="8536A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4">
              <a:extLst>
                <a:ext uri="{FF2B5EF4-FFF2-40B4-BE49-F238E27FC236}">
                  <a16:creationId xmlns:a16="http://schemas.microsoft.com/office/drawing/2014/main" id="{4274B1EF-950B-7973-B984-F54E6A553E77}"/>
                </a:ext>
              </a:extLst>
            </p:cNvPr>
            <p:cNvSpPr txBox="1"/>
            <p:nvPr/>
          </p:nvSpPr>
          <p:spPr>
            <a:xfrm>
              <a:off x="0" y="-19050"/>
              <a:ext cx="648318" cy="16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Quick Plan</a:t>
              </a:r>
            </a:p>
          </p:txBody>
        </p:sp>
      </p:grpSp>
      <p:grpSp>
        <p:nvGrpSpPr>
          <p:cNvPr id="28" name="Group 16">
            <a:extLst>
              <a:ext uri="{FF2B5EF4-FFF2-40B4-BE49-F238E27FC236}">
                <a16:creationId xmlns:a16="http://schemas.microsoft.com/office/drawing/2014/main" id="{A9483482-80F9-D956-C803-1D6FE11B06ED}"/>
              </a:ext>
            </a:extLst>
          </p:cNvPr>
          <p:cNvGrpSpPr/>
          <p:nvPr/>
        </p:nvGrpSpPr>
        <p:grpSpPr>
          <a:xfrm>
            <a:off x="422181" y="2889959"/>
            <a:ext cx="1750459" cy="452139"/>
            <a:chOff x="0" y="-72948"/>
            <a:chExt cx="648318" cy="167459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7F093B7C-EC5E-19D7-1607-DC5897306242}"/>
                </a:ext>
              </a:extLst>
            </p:cNvPr>
            <p:cNvSpPr/>
            <p:nvPr/>
          </p:nvSpPr>
          <p:spPr>
            <a:xfrm>
              <a:off x="0" y="-68788"/>
              <a:ext cx="648318" cy="148409"/>
            </a:xfrm>
            <a:custGeom>
              <a:avLst/>
              <a:gdLst/>
              <a:ahLst/>
              <a:cxnLst/>
              <a:rect l="l" t="t" r="r" b="b"/>
              <a:pathLst>
                <a:path w="648318" h="148409">
                  <a:moveTo>
                    <a:pt x="44228" y="0"/>
                  </a:moveTo>
                  <a:lnTo>
                    <a:pt x="604090" y="0"/>
                  </a:lnTo>
                  <a:cubicBezTo>
                    <a:pt x="615820" y="0"/>
                    <a:pt x="627070" y="4660"/>
                    <a:pt x="635364" y="12954"/>
                  </a:cubicBezTo>
                  <a:cubicBezTo>
                    <a:pt x="643659" y="21248"/>
                    <a:pt x="648318" y="32498"/>
                    <a:pt x="648318" y="44228"/>
                  </a:cubicBezTo>
                  <a:lnTo>
                    <a:pt x="648318" y="104181"/>
                  </a:lnTo>
                  <a:cubicBezTo>
                    <a:pt x="648318" y="128607"/>
                    <a:pt x="628517" y="148409"/>
                    <a:pt x="604090" y="148409"/>
                  </a:cubicBezTo>
                  <a:lnTo>
                    <a:pt x="44228" y="148409"/>
                  </a:lnTo>
                  <a:cubicBezTo>
                    <a:pt x="19802" y="148409"/>
                    <a:pt x="0" y="128607"/>
                    <a:pt x="0" y="104181"/>
                  </a:cubicBezTo>
                  <a:lnTo>
                    <a:pt x="0" y="44228"/>
                  </a:lnTo>
                  <a:cubicBezTo>
                    <a:pt x="0" y="19802"/>
                    <a:pt x="19802" y="0"/>
                    <a:pt x="44228" y="0"/>
                  </a:cubicBezTo>
                  <a:close/>
                </a:path>
              </a:pathLst>
            </a:custGeom>
            <a:solidFill>
              <a:srgbClr val="68AB4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30" name="TextBox 18">
              <a:extLst>
                <a:ext uri="{FF2B5EF4-FFF2-40B4-BE49-F238E27FC236}">
                  <a16:creationId xmlns:a16="http://schemas.microsoft.com/office/drawing/2014/main" id="{50C79CDA-1F13-9F75-44A7-BC7D0AF46253}"/>
                </a:ext>
              </a:extLst>
            </p:cNvPr>
            <p:cNvSpPr txBox="1"/>
            <p:nvPr/>
          </p:nvSpPr>
          <p:spPr>
            <a:xfrm>
              <a:off x="0" y="-72948"/>
              <a:ext cx="648318" cy="16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Quick Plan 2</a:t>
              </a:r>
            </a:p>
          </p:txBody>
        </p:sp>
      </p:grpSp>
      <p:sp>
        <p:nvSpPr>
          <p:cNvPr id="32" name="Google Shape;61;p4">
            <a:extLst>
              <a:ext uri="{FF2B5EF4-FFF2-40B4-BE49-F238E27FC236}">
                <a16:creationId xmlns:a16="http://schemas.microsoft.com/office/drawing/2014/main" id="{F7A63623-4ABF-828B-DC91-205F634EA539}"/>
              </a:ext>
            </a:extLst>
          </p:cNvPr>
          <p:cNvSpPr txBox="1">
            <a:spLocks/>
          </p:cNvSpPr>
          <p:nvPr/>
        </p:nvSpPr>
        <p:spPr>
          <a:xfrm>
            <a:off x="2615084" y="1808074"/>
            <a:ext cx="6505124" cy="5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03200" indent="0">
              <a:spcBef>
                <a:spcPts val="0"/>
              </a:spcBef>
              <a:buSzPct val="100000"/>
              <a:buNone/>
            </a:pPr>
            <a:r>
              <a:rPr lang="en-ID" sz="1600" dirty="0" err="1"/>
              <a:t>Observasi</a:t>
            </a:r>
            <a:r>
              <a:rPr lang="en-ID" sz="1600" dirty="0"/>
              <a:t> dan </a:t>
            </a:r>
            <a:r>
              <a:rPr lang="en-ID" sz="1600" dirty="0" err="1"/>
              <a:t>wawancara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permasalahan</a:t>
            </a:r>
            <a:r>
              <a:rPr lang="en-ID" sz="1600" dirty="0"/>
              <a:t> dan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.</a:t>
            </a:r>
            <a:endParaRPr lang="en-ID" sz="1600" i="1" dirty="0"/>
          </a:p>
        </p:txBody>
      </p:sp>
      <p:sp>
        <p:nvSpPr>
          <p:cNvPr id="35" name="Google Shape;61;p4">
            <a:extLst>
              <a:ext uri="{FF2B5EF4-FFF2-40B4-BE49-F238E27FC236}">
                <a16:creationId xmlns:a16="http://schemas.microsoft.com/office/drawing/2014/main" id="{ECAB3491-81C1-6F0E-7227-1B99EDE51165}"/>
              </a:ext>
            </a:extLst>
          </p:cNvPr>
          <p:cNvSpPr txBox="1">
            <a:spLocks/>
          </p:cNvSpPr>
          <p:nvPr/>
        </p:nvSpPr>
        <p:spPr>
          <a:xfrm>
            <a:off x="2638876" y="2544941"/>
            <a:ext cx="6505124" cy="5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03200" indent="0">
              <a:spcBef>
                <a:spcPts val="0"/>
              </a:spcBef>
              <a:buSzPct val="100000"/>
              <a:buNone/>
            </a:pPr>
            <a:r>
              <a:rPr lang="en-ID" sz="1600" dirty="0" err="1"/>
              <a:t>Menentukan</a:t>
            </a:r>
            <a:r>
              <a:rPr lang="en-ID" sz="1600" dirty="0"/>
              <a:t> </a:t>
            </a:r>
            <a:r>
              <a:rPr lang="en-ID" sz="1600" dirty="0" err="1"/>
              <a:t>tujuan</a:t>
            </a:r>
            <a:r>
              <a:rPr lang="en-ID" sz="1600" dirty="0"/>
              <a:t> </a:t>
            </a:r>
            <a:r>
              <a:rPr lang="en-ID" sz="1600" dirty="0" err="1"/>
              <a:t>pengembangan</a:t>
            </a:r>
            <a:r>
              <a:rPr lang="en-ID" sz="1600" dirty="0"/>
              <a:t>, </a:t>
            </a:r>
            <a:r>
              <a:rPr lang="en-ID" sz="1600" dirty="0" err="1"/>
              <a:t>mengidentifikasi</a:t>
            </a:r>
            <a:r>
              <a:rPr lang="en-ID" sz="1600" dirty="0"/>
              <a:t>  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fitur</a:t>
            </a:r>
            <a:r>
              <a:rPr lang="en-ID" sz="1600" dirty="0"/>
              <a:t>,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dirty="0" err="1"/>
              <a:t>evaluasi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perencanaan</a:t>
            </a:r>
            <a:r>
              <a:rPr lang="en-ID" sz="1600" dirty="0"/>
              <a:t>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fitur</a:t>
            </a:r>
            <a:r>
              <a:rPr lang="en-ID" sz="1600" dirty="0"/>
              <a:t>.</a:t>
            </a:r>
            <a:endParaRPr lang="en-ID" sz="1600" i="1" dirty="0"/>
          </a:p>
        </p:txBody>
      </p:sp>
      <p:sp>
        <p:nvSpPr>
          <p:cNvPr id="37" name="Google Shape;61;p4">
            <a:extLst>
              <a:ext uri="{FF2B5EF4-FFF2-40B4-BE49-F238E27FC236}">
                <a16:creationId xmlns:a16="http://schemas.microsoft.com/office/drawing/2014/main" id="{31FABD56-3EF4-19CF-F452-C368409B944A}"/>
              </a:ext>
            </a:extLst>
          </p:cNvPr>
          <p:cNvSpPr txBox="1">
            <a:spLocks/>
          </p:cNvSpPr>
          <p:nvPr/>
        </p:nvSpPr>
        <p:spPr>
          <a:xfrm>
            <a:off x="2638876" y="3301895"/>
            <a:ext cx="6505124" cy="5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dirty="0" err="1"/>
              <a:t>Menyempurnakan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perencanaan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evaluasi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endParaRPr lang="en-ID" sz="1600" dirty="0"/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dirty="0" err="1"/>
              <a:t>dasar</a:t>
            </a:r>
            <a:r>
              <a:rPr lang="en-ID" sz="1600" dirty="0"/>
              <a:t> </a:t>
            </a:r>
            <a:r>
              <a:rPr lang="en-ID" sz="1600" dirty="0" err="1"/>
              <a:t>penyusunan</a:t>
            </a:r>
            <a:r>
              <a:rPr lang="en-ID" sz="1600" dirty="0"/>
              <a:t> </a:t>
            </a:r>
            <a:r>
              <a:rPr lang="en-ID" sz="1600" dirty="0" err="1"/>
              <a:t>rancangan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.</a:t>
            </a:r>
            <a:endParaRPr lang="en-ID" sz="1600" i="1" dirty="0">
              <a:solidFill>
                <a:srgbClr val="00B050"/>
              </a:solidFill>
            </a:endParaRPr>
          </a:p>
        </p:txBody>
      </p:sp>
      <p:sp>
        <p:nvSpPr>
          <p:cNvPr id="39" name="Google Shape;61;p4">
            <a:extLst>
              <a:ext uri="{FF2B5EF4-FFF2-40B4-BE49-F238E27FC236}">
                <a16:creationId xmlns:a16="http://schemas.microsoft.com/office/drawing/2014/main" id="{FDFB04DB-EFA5-DC86-F38E-09F4BF920867}"/>
              </a:ext>
            </a:extLst>
          </p:cNvPr>
          <p:cNvSpPr txBox="1">
            <a:spLocks/>
          </p:cNvSpPr>
          <p:nvPr/>
        </p:nvSpPr>
        <p:spPr>
          <a:xfrm>
            <a:off x="2615084" y="4002621"/>
            <a:ext cx="6505124" cy="5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dirty="0" err="1"/>
              <a:t>Merancang</a:t>
            </a:r>
            <a:r>
              <a:rPr lang="en-ID" sz="1600" dirty="0"/>
              <a:t> </a:t>
            </a:r>
            <a:r>
              <a:rPr lang="en-ID" sz="1600" dirty="0" err="1"/>
              <a:t>struktur</a:t>
            </a:r>
            <a:r>
              <a:rPr lang="en-ID" sz="1600" dirty="0"/>
              <a:t> </a:t>
            </a:r>
            <a:r>
              <a:rPr lang="en-ID" sz="1600" dirty="0" err="1"/>
              <a:t>navigasi</a:t>
            </a:r>
            <a:r>
              <a:rPr lang="en-ID" sz="1600" dirty="0"/>
              <a:t>, UML, basis data, dan </a:t>
            </a:r>
            <a:r>
              <a:rPr lang="en-ID" sz="1600" dirty="0" err="1"/>
              <a:t>antarmuka</a:t>
            </a:r>
            <a:r>
              <a:rPr lang="en-ID" sz="1600" dirty="0"/>
              <a:t>.</a:t>
            </a:r>
            <a:endParaRPr lang="en-ID" sz="1600" i="1" dirty="0">
              <a:solidFill>
                <a:srgbClr val="00B050"/>
              </a:solidFill>
            </a:endParaRPr>
          </a:p>
        </p:txBody>
      </p:sp>
      <p:sp>
        <p:nvSpPr>
          <p:cNvPr id="41" name="Google Shape;61;p4">
            <a:extLst>
              <a:ext uri="{FF2B5EF4-FFF2-40B4-BE49-F238E27FC236}">
                <a16:creationId xmlns:a16="http://schemas.microsoft.com/office/drawing/2014/main" id="{32E40EF6-5107-84E9-17FE-21A48E7BFFD2}"/>
              </a:ext>
            </a:extLst>
          </p:cNvPr>
          <p:cNvSpPr txBox="1">
            <a:spLocks/>
          </p:cNvSpPr>
          <p:nvPr/>
        </p:nvSpPr>
        <p:spPr>
          <a:xfrm>
            <a:off x="2462837" y="4508759"/>
            <a:ext cx="6505124" cy="5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D" sz="1600" dirty="0"/>
              <a:t>   </a:t>
            </a:r>
            <a:r>
              <a:rPr lang="en-ID" sz="1600" dirty="0" err="1"/>
              <a:t>Membangun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</a:t>
            </a:r>
            <a:r>
              <a:rPr lang="en-ID" sz="1600" dirty="0" err="1"/>
              <a:t>berbasis</a:t>
            </a:r>
            <a:r>
              <a:rPr lang="en-ID" sz="1600" dirty="0"/>
              <a:t> website </a:t>
            </a:r>
            <a:r>
              <a:rPr lang="en-ID" sz="1600" dirty="0" err="1"/>
              <a:t>menggunakan</a:t>
            </a:r>
            <a:r>
              <a:rPr lang="en-ID" sz="1600" dirty="0"/>
              <a:t> framework Laravel   dan MySQL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mengimplementasikan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</a:t>
            </a:r>
            <a:r>
              <a:rPr lang="en-ID" sz="1600" dirty="0" err="1"/>
              <a:t>fitur</a:t>
            </a:r>
            <a:r>
              <a:rPr lang="en-ID" sz="1600" dirty="0"/>
              <a:t>.</a:t>
            </a:r>
            <a:endParaRPr lang="en-ID" sz="1600" i="1" dirty="0">
              <a:solidFill>
                <a:srgbClr val="00B050"/>
              </a:solidFill>
            </a:endParaRPr>
          </a:p>
        </p:txBody>
      </p:sp>
      <p:sp>
        <p:nvSpPr>
          <p:cNvPr id="43" name="Google Shape;61;p4">
            <a:extLst>
              <a:ext uri="{FF2B5EF4-FFF2-40B4-BE49-F238E27FC236}">
                <a16:creationId xmlns:a16="http://schemas.microsoft.com/office/drawing/2014/main" id="{B2150652-5DC6-9523-58DD-B6D26DF2D146}"/>
              </a:ext>
            </a:extLst>
          </p:cNvPr>
          <p:cNvSpPr txBox="1">
            <a:spLocks/>
          </p:cNvSpPr>
          <p:nvPr/>
        </p:nvSpPr>
        <p:spPr>
          <a:xfrm>
            <a:off x="2551076" y="5188826"/>
            <a:ext cx="6505124" cy="5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03200" indent="0">
              <a:spcBef>
                <a:spcPts val="0"/>
              </a:spcBef>
              <a:buSzPct val="100000"/>
              <a:buNone/>
            </a:pP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i="1" dirty="0"/>
              <a:t>deployment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, </a:t>
            </a:r>
            <a:r>
              <a:rPr lang="en-ID" sz="1600" dirty="0" err="1"/>
              <a:t>pengujian</a:t>
            </a:r>
            <a:r>
              <a:rPr lang="en-ID" sz="1600" dirty="0"/>
              <a:t> </a:t>
            </a:r>
            <a:r>
              <a:rPr lang="en-ID" sz="1600" i="1" dirty="0"/>
              <a:t>black box testing</a:t>
            </a:r>
            <a:r>
              <a:rPr lang="en-ID" sz="1600" dirty="0"/>
              <a:t>, dan </a:t>
            </a:r>
            <a:r>
              <a:rPr lang="en-ID" sz="1600" dirty="0" err="1"/>
              <a:t>evaluasi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.</a:t>
            </a:r>
            <a:endParaRPr lang="en-ID" sz="1600" i="1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STRUKTUR  NAVIGASI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420B48A-BB12-AD2B-024F-6D180312E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08" y="1271331"/>
            <a:ext cx="5982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D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truktur</a:t>
            </a:r>
            <a:r>
              <a:rPr lang="en-ID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Navigasi</a:t>
            </a:r>
            <a:r>
              <a:rPr lang="en-ID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Pengunjung</a:t>
            </a:r>
            <a:endParaRPr lang="en-ID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Pola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Navigasi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Hierarki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dan Non-linear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301C82-FE45-43A9-609C-51B57EBC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" y="4147692"/>
            <a:ext cx="8987246" cy="13312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8573D-2E95-A22D-8178-3F03355FA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73" y="1749120"/>
            <a:ext cx="7138850" cy="13697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B91351-764E-3C03-6A2F-88BC71EC5168}"/>
              </a:ext>
            </a:extLst>
          </p:cNvPr>
          <p:cNvSpPr txBox="1"/>
          <p:nvPr/>
        </p:nvSpPr>
        <p:spPr>
          <a:xfrm>
            <a:off x="313508" y="3482908"/>
            <a:ext cx="51467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D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truktur</a:t>
            </a:r>
            <a:r>
              <a:rPr lang="en-ID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Navigasi</a:t>
            </a:r>
            <a:r>
              <a:rPr lang="en-ID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Admin</a:t>
            </a:r>
          </a:p>
          <a:p>
            <a:pPr lvl="0"/>
            <a:r>
              <a:rPr lang="en-ID" dirty="0">
                <a:latin typeface="+mj-lt"/>
              </a:rPr>
              <a:t>Pola </a:t>
            </a:r>
            <a:r>
              <a:rPr lang="en-ID" dirty="0" err="1">
                <a:latin typeface="+mj-lt"/>
              </a:rPr>
              <a:t>Navigasi</a:t>
            </a:r>
            <a:r>
              <a:rPr lang="en-ID" dirty="0">
                <a:latin typeface="+mj-lt"/>
              </a:rPr>
              <a:t>: </a:t>
            </a:r>
            <a:r>
              <a:rPr lang="en-ID" dirty="0" err="1">
                <a:latin typeface="+mj-lt"/>
              </a:rPr>
              <a:t>Hierarki</a:t>
            </a:r>
            <a:r>
              <a:rPr lang="en-ID" dirty="0">
                <a:latin typeface="+mj-lt"/>
              </a:rPr>
              <a:t>, Non-linear, dan Linier </a:t>
            </a:r>
            <a:endParaRPr lang="en-ID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5B1D7E6-93BC-6441-4392-512B19BA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>
            <a:extLst>
              <a:ext uri="{FF2B5EF4-FFF2-40B4-BE49-F238E27FC236}">
                <a16:creationId xmlns:a16="http://schemas.microsoft.com/office/drawing/2014/main" id="{F4D71C71-FB3C-9B3F-FDF4-7794418C9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lt1"/>
              </a:buClr>
              <a:buSzPts val="3600"/>
            </a:pPr>
            <a:r>
              <a:rPr lang="en-US" sz="3600" b="1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/USE CASE DIAGRAM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8858A3-6501-FC9F-7E2E-FF6DDFBCB1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66" y="1372038"/>
            <a:ext cx="3225568" cy="4129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FA91BD-46CD-52F8-B7C3-E335D6248C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68021"/>
            <a:ext cx="3157356" cy="412195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DAF42-C4E7-C4F4-C5F8-BF1FC98C99FE}"/>
              </a:ext>
            </a:extLst>
          </p:cNvPr>
          <p:cNvSpPr txBox="1"/>
          <p:nvPr/>
        </p:nvSpPr>
        <p:spPr>
          <a:xfrm>
            <a:off x="551133" y="971131"/>
            <a:ext cx="3944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Use Case Diagram </a:t>
            </a:r>
            <a:r>
              <a:rPr lang="en-US" sz="16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Pengunjung</a:t>
            </a:r>
            <a:endParaRPr lang="en-ID" sz="16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09392-B3CF-9152-3D7D-5741A19350B1}"/>
              </a:ext>
            </a:extLst>
          </p:cNvPr>
          <p:cNvSpPr txBox="1"/>
          <p:nvPr/>
        </p:nvSpPr>
        <p:spPr>
          <a:xfrm>
            <a:off x="4647884" y="972115"/>
            <a:ext cx="3944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Use Case Diagram Admin </a:t>
            </a:r>
            <a:endParaRPr lang="en-ID" sz="16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16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152400" y="-152400"/>
            <a:ext cx="65532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lang="en-US" sz="2400" b="1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PERANCANGAN ENTITY RELATIONSHIP DIAGRAM (ERD)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A7AAE-9EA9-D302-E537-02BFBA283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812" y="1125360"/>
            <a:ext cx="5974376" cy="40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B6576B-B42B-6C09-EFAF-EF06E8B8A0E1}"/>
              </a:ext>
            </a:extLst>
          </p:cNvPr>
          <p:cNvSpPr txBox="1"/>
          <p:nvPr/>
        </p:nvSpPr>
        <p:spPr>
          <a:xfrm>
            <a:off x="307795" y="5197310"/>
            <a:ext cx="4636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ID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ID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12 </a:t>
            </a:r>
            <a:r>
              <a:rPr lang="en-ID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entitas</a:t>
            </a:r>
            <a:endParaRPr lang="en-ID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Relasi</a:t>
            </a:r>
            <a:r>
              <a:rPr lang="en-ID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ID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ID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(1:N)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 PROGRAM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57200" y="2952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98E06-184B-7C8D-1308-FB8D901DB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67" y="2104515"/>
            <a:ext cx="4030133" cy="2071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870C34-BB7C-118E-9846-183072DA6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562" y="2227496"/>
            <a:ext cx="3980475" cy="28568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0865C8-ABFC-A647-E0C1-49713A46C667}"/>
              </a:ext>
            </a:extLst>
          </p:cNvPr>
          <p:cNvSpPr txBox="1"/>
          <p:nvPr/>
        </p:nvSpPr>
        <p:spPr>
          <a:xfrm>
            <a:off x="627017" y="1455805"/>
            <a:ext cx="3944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Output Halaman </a:t>
            </a:r>
            <a:r>
              <a:rPr lang="en-US" sz="16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Pengunjung</a:t>
            </a:r>
            <a:endParaRPr lang="en-ID" sz="16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04802-65EB-5C35-CC50-34E32BF881AF}"/>
              </a:ext>
            </a:extLst>
          </p:cNvPr>
          <p:cNvSpPr txBox="1"/>
          <p:nvPr/>
        </p:nvSpPr>
        <p:spPr>
          <a:xfrm>
            <a:off x="5414195" y="1458195"/>
            <a:ext cx="3944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Output Halaman Admin</a:t>
            </a:r>
            <a:endParaRPr lang="en-ID" sz="16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PENGUJIAN</a:t>
            </a:r>
            <a:endParaRPr dirty="0"/>
          </a:p>
        </p:txBody>
      </p: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266700" y="1498600"/>
            <a:ext cx="86106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>
              <a:spcBef>
                <a:spcPts val="480"/>
              </a:spcBef>
              <a:buSzPts val="2400"/>
              <a:buNone/>
            </a:pPr>
            <a:r>
              <a:rPr lang="en-ID" sz="2000" dirty="0"/>
              <a:t>   </a:t>
            </a:r>
            <a:r>
              <a:rPr lang="en-ID" sz="2000" dirty="0" err="1"/>
              <a:t>Pengujian</a:t>
            </a:r>
            <a:r>
              <a:rPr lang="en-ID" sz="2000" dirty="0"/>
              <a:t> </a:t>
            </a:r>
            <a:r>
              <a:rPr lang="en-ID" sz="2000" dirty="0" err="1"/>
              <a:t>dilakukan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berjalan</a:t>
            </a:r>
            <a:r>
              <a:rPr lang="en-ID" sz="2000" dirty="0"/>
              <a:t>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Black Box Testing.</a:t>
            </a: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EE87C0-2B35-747F-14C6-E73B5DDB0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518245"/>
              </p:ext>
            </p:extLst>
          </p:nvPr>
        </p:nvGraphicFramePr>
        <p:xfrm>
          <a:off x="1388533" y="2675467"/>
          <a:ext cx="6138334" cy="25495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4238463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07362658"/>
                    </a:ext>
                  </a:extLst>
                </a:gridCol>
                <a:gridCol w="1825571">
                  <a:extLst>
                    <a:ext uri="{9D8B030D-6E8A-4147-A177-3AD203B41FA5}">
                      <a16:colId xmlns:a16="http://schemas.microsoft.com/office/drawing/2014/main" val="108826937"/>
                    </a:ext>
                  </a:extLst>
                </a:gridCol>
                <a:gridCol w="1518763">
                  <a:extLst>
                    <a:ext uri="{9D8B030D-6E8A-4147-A177-3AD203B41FA5}">
                      <a16:colId xmlns:a16="http://schemas.microsoft.com/office/drawing/2014/main" val="2203635862"/>
                    </a:ext>
                  </a:extLst>
                </a:gridCol>
              </a:tblGrid>
              <a:tr h="6158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D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>
                          <a:solidFill>
                            <a:schemeClr val="tx1"/>
                          </a:solidFill>
                        </a:rPr>
                        <a:t>Halaman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>
                          <a:solidFill>
                            <a:schemeClr val="tx1"/>
                          </a:solidFill>
                        </a:rPr>
                        <a:t>Jumlah</a:t>
                      </a:r>
                      <a:r>
                        <a:rPr lang="en-ID" sz="1600" b="1" dirty="0">
                          <a:solidFill>
                            <a:schemeClr val="tx1"/>
                          </a:solidFill>
                        </a:rPr>
                        <a:t> Fitur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>
                          <a:solidFill>
                            <a:schemeClr val="tx1"/>
                          </a:solidFill>
                        </a:rPr>
                        <a:t>Hasil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482447"/>
                  </a:ext>
                </a:extLst>
              </a:tr>
              <a:tr h="644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Pengunjung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fitur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Berhasil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96545"/>
                  </a:ext>
                </a:extLst>
              </a:tr>
              <a:tr h="644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Admin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18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fitur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Berhasil</a:t>
                      </a:r>
                      <a:endParaRPr lang="en-ID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065313"/>
                  </a:ext>
                </a:extLst>
              </a:tr>
              <a:tr h="644596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0" dirty="0"/>
                        <a:t>Total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0" dirty="0"/>
                        <a:t>30 </a:t>
                      </a:r>
                      <a:r>
                        <a:rPr lang="en-ID" sz="1600" b="0" dirty="0" err="1"/>
                        <a:t>fitur</a:t>
                      </a:r>
                      <a:endParaRPr lang="en-ID" sz="16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/>
                        <a:t>B</a:t>
                      </a:r>
                      <a:r>
                        <a:rPr lang="en-ID" sz="1600" b="0" dirty="0" err="1"/>
                        <a:t>erhasil</a:t>
                      </a:r>
                      <a:endParaRPr lang="en-ID" sz="16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00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  <a:endParaRPr dirty="0"/>
          </a:p>
        </p:txBody>
      </p:sp>
      <p:sp>
        <p:nvSpPr>
          <p:cNvPr id="133" name="Google Shape;133;p16"/>
          <p:cNvSpPr txBox="1">
            <a:spLocks noGrp="1"/>
          </p:cNvSpPr>
          <p:nvPr>
            <p:ph type="body" idx="1"/>
          </p:nvPr>
        </p:nvSpPr>
        <p:spPr>
          <a:xfrm>
            <a:off x="228601" y="1143000"/>
            <a:ext cx="8305800" cy="480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D" sz="2000" dirty="0" err="1"/>
              <a:t>Berhasil</a:t>
            </a:r>
            <a:r>
              <a:rPr lang="en-ID" sz="2000" dirty="0"/>
              <a:t> </a:t>
            </a:r>
            <a:r>
              <a:rPr lang="en-ID" sz="2000" dirty="0" err="1"/>
              <a:t>membangun</a:t>
            </a:r>
            <a:r>
              <a:rPr lang="en-ID" sz="2000" dirty="0"/>
              <a:t> </a:t>
            </a:r>
            <a:r>
              <a:rPr lang="en-ID" sz="2000" dirty="0" err="1"/>
              <a:t>aplikasi</a:t>
            </a:r>
            <a:r>
              <a:rPr lang="en-ID" sz="2000" dirty="0"/>
              <a:t> </a:t>
            </a:r>
            <a:r>
              <a:rPr lang="en-ID" sz="2000" dirty="0" err="1"/>
              <a:t>berbasis</a:t>
            </a:r>
            <a:r>
              <a:rPr lang="en-ID" sz="2000" dirty="0"/>
              <a:t> website </a:t>
            </a:r>
            <a:r>
              <a:rPr lang="en-ID" sz="2000" dirty="0" err="1"/>
              <a:t>Koperasi</a:t>
            </a:r>
            <a:r>
              <a:rPr lang="en-ID" sz="2000" dirty="0"/>
              <a:t> Merah Putih Desa </a:t>
            </a:r>
            <a:r>
              <a:rPr lang="en-ID" sz="2000" dirty="0" err="1"/>
              <a:t>Sidorejo</a:t>
            </a:r>
            <a:r>
              <a:rPr lang="en-ID" sz="2000" dirty="0"/>
              <a:t> </a:t>
            </a:r>
            <a:r>
              <a:rPr lang="en-ID" sz="2000" dirty="0" err="1"/>
              <a:t>Penajam</a:t>
            </a:r>
            <a:r>
              <a:rPr lang="en-ID" sz="2000" dirty="0"/>
              <a:t> Paser Utara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dirty="0" err="1"/>
              <a:t>Prototipe</a:t>
            </a:r>
            <a:r>
              <a:rPr lang="en-ID" sz="2000" dirty="0"/>
              <a:t>. </a:t>
            </a:r>
          </a:p>
          <a:p>
            <a:pPr lvl="0" algn="just"/>
            <a:r>
              <a:rPr lang="en-ID" sz="2000" dirty="0"/>
              <a:t>Website </a:t>
            </a:r>
            <a:r>
              <a:rPr lang="en-ID" sz="2000" dirty="0" err="1"/>
              <a:t>telah</a:t>
            </a:r>
            <a:r>
              <a:rPr lang="en-ID" sz="2000" dirty="0"/>
              <a:t> </a:t>
            </a:r>
            <a:r>
              <a:rPr lang="en-ID" sz="2000" dirty="0" err="1"/>
              <a:t>dipublikasikan</a:t>
            </a:r>
            <a:r>
              <a:rPr lang="en-ID" sz="2000" dirty="0"/>
              <a:t> dan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diakses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>
                <a:hlinkClick r:id="rId3"/>
              </a:rPr>
              <a:t>https://simkopdes-sidorejo.alwaysdata.net</a:t>
            </a:r>
            <a:r>
              <a:rPr lang="en-ID" sz="2000" dirty="0"/>
              <a:t>. </a:t>
            </a:r>
          </a:p>
          <a:p>
            <a:pPr lvl="0" algn="just"/>
            <a:r>
              <a:rPr lang="en-ID" sz="2000" dirty="0"/>
              <a:t>Website </a:t>
            </a:r>
            <a:r>
              <a:rPr lang="en-ID" sz="2000" dirty="0" err="1"/>
              <a:t>menyediakan</a:t>
            </a:r>
            <a:r>
              <a:rPr lang="en-ID" sz="2000" dirty="0"/>
              <a:t> dua </a:t>
            </a:r>
            <a:r>
              <a:rPr lang="en-ID" sz="2000" dirty="0" err="1"/>
              <a:t>hak</a:t>
            </a:r>
            <a:r>
              <a:rPr lang="en-ID" sz="2000" dirty="0"/>
              <a:t> </a:t>
            </a:r>
            <a:r>
              <a:rPr lang="en-ID" sz="2000" dirty="0" err="1"/>
              <a:t>akses</a:t>
            </a:r>
            <a:r>
              <a:rPr lang="en-ID" sz="2000" dirty="0"/>
              <a:t>, </a:t>
            </a:r>
            <a:r>
              <a:rPr lang="en-ID" sz="2000" dirty="0" err="1"/>
              <a:t>yaitu</a:t>
            </a:r>
            <a:r>
              <a:rPr lang="en-ID" sz="2000" dirty="0"/>
              <a:t> </a:t>
            </a:r>
            <a:r>
              <a:rPr lang="en-ID" sz="2000" dirty="0" err="1"/>
              <a:t>pengunjung</a:t>
            </a:r>
            <a:r>
              <a:rPr lang="en-ID" sz="2000" dirty="0"/>
              <a:t> dan admin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fitur</a:t>
            </a:r>
            <a:r>
              <a:rPr lang="en-ID" sz="2000" dirty="0"/>
              <a:t> yang </a:t>
            </a:r>
            <a:r>
              <a:rPr lang="en-ID" sz="2000" dirty="0" err="1"/>
              <a:t>mendukung</a:t>
            </a:r>
            <a:r>
              <a:rPr lang="en-ID" sz="2000" dirty="0"/>
              <a:t> </a:t>
            </a:r>
            <a:r>
              <a:rPr lang="en-ID" sz="2000" dirty="0" err="1"/>
              <a:t>penyampaian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dan </a:t>
            </a:r>
            <a:r>
              <a:rPr lang="en-ID" sz="2000" dirty="0" err="1"/>
              <a:t>pengelolaan</a:t>
            </a:r>
            <a:r>
              <a:rPr lang="en-ID" sz="2000" dirty="0"/>
              <a:t> data </a:t>
            </a:r>
            <a:r>
              <a:rPr lang="en-ID" sz="2000" dirty="0" err="1"/>
              <a:t>koperasi</a:t>
            </a:r>
            <a:r>
              <a:rPr lang="en-ID" sz="2000" dirty="0"/>
              <a:t>. </a:t>
            </a:r>
          </a:p>
          <a:p>
            <a:pPr lvl="0" algn="just"/>
            <a:r>
              <a:rPr lang="en-ID" sz="2000" dirty="0"/>
              <a:t>Hasil </a:t>
            </a:r>
            <a:r>
              <a:rPr lang="en-ID" sz="2000" i="1" dirty="0"/>
              <a:t>Black Box Testing </a:t>
            </a:r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seluruh</a:t>
            </a:r>
            <a:r>
              <a:rPr lang="en-ID" sz="2000" dirty="0"/>
              <a:t> </a:t>
            </a:r>
            <a:r>
              <a:rPr lang="en-ID" sz="2000" dirty="0" err="1"/>
              <a:t>fungsi</a:t>
            </a:r>
            <a:r>
              <a:rPr lang="en-ID" sz="2000" dirty="0"/>
              <a:t> website </a:t>
            </a:r>
            <a:r>
              <a:rPr lang="en-ID" sz="2000" dirty="0" err="1"/>
              <a:t>berjalan</a:t>
            </a:r>
            <a:r>
              <a:rPr lang="en-ID" sz="2000" dirty="0"/>
              <a:t>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. </a:t>
            </a:r>
          </a:p>
          <a:p>
            <a:pPr lvl="0" algn="just"/>
            <a:r>
              <a:rPr lang="en-ID" sz="2000" dirty="0"/>
              <a:t>Hasil </a:t>
            </a:r>
            <a:r>
              <a:rPr lang="en-ID" sz="2000" dirty="0" err="1"/>
              <a:t>evaluasi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menunjukkan</a:t>
            </a:r>
            <a:r>
              <a:rPr lang="en-ID" sz="2000" dirty="0"/>
              <a:t> website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digunakan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baik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media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koperasi</a:t>
            </a:r>
            <a:r>
              <a:rPr lang="en-ID" sz="2000" dirty="0"/>
              <a:t>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>
            <a:off x="0" y="-146050"/>
            <a:ext cx="67818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SARAN</a:t>
            </a:r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266700" y="1700348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D" sz="2800" dirty="0" err="1"/>
              <a:t>Menambahkan</a:t>
            </a:r>
            <a:r>
              <a:rPr lang="en-ID" sz="2800" dirty="0"/>
              <a:t> </a:t>
            </a:r>
            <a:r>
              <a:rPr lang="en-ID" sz="2800" dirty="0" err="1"/>
              <a:t>fitur</a:t>
            </a:r>
            <a:r>
              <a:rPr lang="en-ID" sz="2800" dirty="0"/>
              <a:t> login </a:t>
            </a:r>
            <a:r>
              <a:rPr lang="en-ID" sz="2800" dirty="0" err="1"/>
              <a:t>anggota</a:t>
            </a:r>
            <a:r>
              <a:rPr lang="en-ID" sz="2800" dirty="0"/>
              <a:t> agar </a:t>
            </a:r>
            <a:r>
              <a:rPr lang="en-ID" sz="2800" dirty="0" err="1"/>
              <a:t>anggota</a:t>
            </a:r>
            <a:r>
              <a:rPr lang="en-ID" sz="2800" dirty="0"/>
              <a:t>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mengakses</a:t>
            </a:r>
            <a:r>
              <a:rPr lang="en-ID" sz="2800" dirty="0"/>
              <a:t> </a:t>
            </a:r>
            <a:r>
              <a:rPr lang="en-ID" sz="2800" dirty="0" err="1"/>
              <a:t>dokumen</a:t>
            </a:r>
            <a:r>
              <a:rPr lang="en-ID" sz="2800" dirty="0"/>
              <a:t> dan </a:t>
            </a:r>
            <a:r>
              <a:rPr lang="en-ID" sz="2800" dirty="0" err="1"/>
              <a:t>informasi</a:t>
            </a:r>
            <a:r>
              <a:rPr lang="en-ID" sz="2800" dirty="0"/>
              <a:t> internal </a:t>
            </a:r>
            <a:r>
              <a:rPr lang="en-ID" sz="2800" dirty="0" err="1"/>
              <a:t>sesuai</a:t>
            </a:r>
            <a:r>
              <a:rPr lang="en-ID" sz="2800" dirty="0"/>
              <a:t> </a:t>
            </a:r>
            <a:r>
              <a:rPr lang="en-ID" sz="2800" dirty="0" err="1"/>
              <a:t>hak</a:t>
            </a:r>
            <a:r>
              <a:rPr lang="en-ID" sz="2800" dirty="0"/>
              <a:t> </a:t>
            </a:r>
            <a:r>
              <a:rPr lang="en-ID" sz="2800" dirty="0" err="1"/>
              <a:t>akses</a:t>
            </a:r>
            <a:r>
              <a:rPr lang="en-ID" sz="2800" dirty="0"/>
              <a:t>. </a:t>
            </a:r>
          </a:p>
          <a:p>
            <a:pPr lvl="0" algn="just"/>
            <a:r>
              <a:rPr lang="en-ID" sz="2800" dirty="0" err="1"/>
              <a:t>Menambahkan</a:t>
            </a:r>
            <a:r>
              <a:rPr lang="en-ID" sz="2800" dirty="0"/>
              <a:t> </a:t>
            </a:r>
            <a:r>
              <a:rPr lang="en-ID" sz="2800" dirty="0" err="1"/>
              <a:t>fitur</a:t>
            </a:r>
            <a:r>
              <a:rPr lang="en-ID" sz="2800" dirty="0"/>
              <a:t> </a:t>
            </a:r>
            <a:r>
              <a:rPr lang="en-ID" sz="2800" dirty="0" err="1"/>
              <a:t>notifikasi</a:t>
            </a:r>
            <a:r>
              <a:rPr lang="en-ID" sz="2800" dirty="0"/>
              <a:t> </a:t>
            </a:r>
            <a:r>
              <a:rPr lang="en-ID" sz="2800" dirty="0" err="1"/>
              <a:t>otomatis</a:t>
            </a:r>
            <a:r>
              <a:rPr lang="en-ID" sz="2800" dirty="0"/>
              <a:t> </a:t>
            </a:r>
            <a:r>
              <a:rPr lang="en-ID" sz="2800" dirty="0" err="1"/>
              <a:t>melalui</a:t>
            </a:r>
            <a:r>
              <a:rPr lang="en-ID" sz="2800" dirty="0"/>
              <a:t> email </a:t>
            </a:r>
            <a:r>
              <a:rPr lang="en-ID" sz="2800" dirty="0" err="1"/>
              <a:t>atau</a:t>
            </a:r>
            <a:r>
              <a:rPr lang="en-ID" sz="2800" dirty="0"/>
              <a:t> WhatsApp </a:t>
            </a:r>
            <a:r>
              <a:rPr lang="en-ID" sz="2800" dirty="0" err="1"/>
              <a:t>setelah</a:t>
            </a:r>
            <a:r>
              <a:rPr lang="en-ID" sz="2800" dirty="0"/>
              <a:t> proses </a:t>
            </a:r>
            <a:r>
              <a:rPr lang="en-ID" sz="2800" dirty="0" err="1"/>
              <a:t>verifikasi</a:t>
            </a:r>
            <a:r>
              <a:rPr lang="en-ID" sz="2800" dirty="0"/>
              <a:t> </a:t>
            </a:r>
            <a:r>
              <a:rPr lang="en-ID" sz="2800" dirty="0" err="1"/>
              <a:t>pendaftaran</a:t>
            </a:r>
            <a:r>
              <a:rPr lang="en-ID" sz="2800" dirty="0"/>
              <a:t> </a:t>
            </a:r>
            <a:r>
              <a:rPr lang="en-ID" sz="2800" dirty="0" err="1"/>
              <a:t>anggota</a:t>
            </a:r>
            <a:r>
              <a:rPr lang="en-ID" sz="2800" dirty="0"/>
              <a:t>.</a:t>
            </a:r>
          </a:p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FC5B7-92AF-534D-57C6-4333C0CCC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887133"/>
            <a:ext cx="8610600" cy="745067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4000" dirty="0" err="1"/>
              <a:t>Terimakasih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0819474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SIGN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ESIGN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SIGN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566</Words>
  <Application>Microsoft Office PowerPoint</Application>
  <PresentationFormat>On-screen Show (4:3)</PresentationFormat>
  <Paragraphs>85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Bold</vt:lpstr>
      <vt:lpstr>Calibri</vt:lpstr>
      <vt:lpstr>Times New Roman</vt:lpstr>
      <vt:lpstr>1_DESIGN1</vt:lpstr>
      <vt:lpstr>2_DESIGN1</vt:lpstr>
      <vt:lpstr>DESIGN1</vt:lpstr>
      <vt:lpstr>MEMBANGUN APLIKASI BERBASIS WEBSITE KOPERASI MERAH PUTIH DESA SIDOREJO PENAJAM PASER UTARA MENGGUNAKAN METODE PROTOTIPE</vt:lpstr>
      <vt:lpstr>LATAR BELAKANG MASALAH</vt:lpstr>
      <vt:lpstr>RUANG LINGKUP &amp; TUJUAN</vt:lpstr>
      <vt:lpstr>METODE PENELITIAN</vt:lpstr>
      <vt:lpstr>STRUKTUR  NAVIGASI</vt:lpstr>
      <vt:lpstr>UML /USE CASE DIAGRAM</vt:lpstr>
      <vt:lpstr>PERANCANGAN ENTITY RELATIONSHIP DIAGRAM (ERD)</vt:lpstr>
      <vt:lpstr>OUTPUT  PROGRAM</vt:lpstr>
      <vt:lpstr>HASIL PENGUJIAN</vt:lpstr>
      <vt:lpstr>KESIMPULAN</vt:lpstr>
      <vt:lpstr>SARAN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</dc:creator>
  <cp:lastModifiedBy>maulina firtiany</cp:lastModifiedBy>
  <cp:revision>2</cp:revision>
  <dcterms:created xsi:type="dcterms:W3CDTF">2011-06-24T17:01:32Z</dcterms:created>
  <dcterms:modified xsi:type="dcterms:W3CDTF">2026-08-01T11:36:45Z</dcterms:modified>
</cp:coreProperties>
</file>